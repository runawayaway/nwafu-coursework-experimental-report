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89" r:id="rId3"/>
    <p:sldId id="258" r:id="rId5"/>
    <p:sldId id="266" r:id="rId6"/>
    <p:sldId id="262" r:id="rId7"/>
    <p:sldId id="364" r:id="rId8"/>
    <p:sldId id="349" r:id="rId9"/>
    <p:sldId id="351" r:id="rId10"/>
    <p:sldId id="366" r:id="rId11"/>
    <p:sldId id="358" r:id="rId12"/>
    <p:sldId id="367" r:id="rId13"/>
    <p:sldId id="360" r:id="rId14"/>
    <p:sldId id="368" r:id="rId15"/>
    <p:sldId id="373" r:id="rId16"/>
    <p:sldId id="370" r:id="rId17"/>
    <p:sldId id="371" r:id="rId18"/>
    <p:sldId id="372" r:id="rId19"/>
    <p:sldId id="369" r:id="rId20"/>
    <p:sldId id="308" r:id="rId21"/>
    <p:sldId id="347" r:id="rId22"/>
    <p:sldId id="374" r:id="rId23"/>
    <p:sldId id="375" r:id="rId24"/>
    <p:sldId id="376" r:id="rId25"/>
    <p:sldId id="377" r:id="rId26"/>
    <p:sldId id="378" r:id="rId27"/>
    <p:sldId id="333" r:id="rId28"/>
    <p:sldId id="355" r:id="rId29"/>
    <p:sldId id="338" r:id="rId30"/>
    <p:sldId id="264" r:id="rId31"/>
  </p:sldIdLst>
  <p:sldSz cx="12192000" cy="6858000"/>
  <p:notesSz cx="6858000" cy="9144000"/>
  <p:custDataLst>
    <p:tags r:id="rId36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哒哒 熊猫" initials="哒哒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showAnimation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6AD54"/>
    <a:srgbClr val="1A6A40"/>
    <a:srgbClr val="FFFDF5"/>
    <a:srgbClr val="20824E"/>
    <a:srgbClr val="C5E0B4"/>
    <a:srgbClr val="F3BC15"/>
    <a:srgbClr val="2E461C"/>
    <a:srgbClr val="C1DFAE"/>
    <a:srgbClr val="F5FAF1"/>
    <a:srgbClr val="6DA84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380" autoAdjust="0"/>
    <p:restoredTop sz="94660"/>
  </p:normalViewPr>
  <p:slideViewPr>
    <p:cSldViewPr snapToGrid="0">
      <p:cViewPr varScale="1">
        <p:scale>
          <a:sx n="96" d="100"/>
          <a:sy n="96" d="100"/>
        </p:scale>
        <p:origin x="34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6" Type="http://schemas.openxmlformats.org/officeDocument/2006/relationships/tags" Target="tags/tag120.xml"/><Relationship Id="rId35" Type="http://schemas.openxmlformats.org/officeDocument/2006/relationships/commentAuthors" Target="commentAuthors.xml"/><Relationship Id="rId34" Type="http://schemas.openxmlformats.org/officeDocument/2006/relationships/tableStyles" Target="tableStyles.xml"/><Relationship Id="rId33" Type="http://schemas.openxmlformats.org/officeDocument/2006/relationships/viewProps" Target="viewProps.xml"/><Relationship Id="rId32" Type="http://schemas.openxmlformats.org/officeDocument/2006/relationships/presProps" Target="presProps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>
        <p159:morph option="byObject"/>
      </p:transition>
    </mc:Choice>
    <mc:Fallback>
      <p:transition spd="med">
        <p:fade/>
      </p:transition>
    </mc:Fallback>
  </mc:AlternateContent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>
        <p159:morph option="byObject"/>
      </p:transition>
    </mc:Choice>
    <mc:Fallback>
      <p:transition spd="med">
        <p:fade/>
      </p:transition>
    </mc:Fallback>
  </mc:AlternateContent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>
        <p159:morph option="byObject"/>
      </p:transition>
    </mc:Choice>
    <mc:Fallback>
      <p:transition spd="med">
        <p:fade/>
      </p:transition>
    </mc:Fallback>
  </mc:AlternateContent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>
        <p159:morph option="byObject"/>
      </p:transition>
    </mc:Choice>
    <mc:Fallback>
      <p:transition spd="med">
        <p:fade/>
      </p:transition>
    </mc:Fallback>
  </mc:AlternateContent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>
        <p159:morph option="byObject"/>
      </p:transition>
    </mc:Choice>
    <mc:Fallback>
      <p:transition spd="med">
        <p:fade/>
      </p:transition>
    </mc:Fallback>
  </mc:AlternateContent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>
        <p159:morph option="byObject"/>
      </p:transition>
    </mc:Choice>
    <mc:Fallback>
      <p:transition spd="med">
        <p:fade/>
      </p:transition>
    </mc:Fallback>
  </mc:AlternateContent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>
        <p159:morph option="byObject"/>
      </p:transition>
    </mc:Choice>
    <mc:Fallback>
      <p:transition spd="med">
        <p:fade/>
      </p:transition>
    </mc:Fallback>
  </mc:AlternateContent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>
        <p159:morph option="byObject"/>
      </p:transition>
    </mc:Choice>
    <mc:Fallback>
      <p:transition spd="med">
        <p:fade/>
      </p:transition>
    </mc:Fallback>
  </mc:AlternateContent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>
        <p159:morph option="byObject"/>
      </p:transition>
    </mc:Choice>
    <mc:Fallback>
      <p:transition spd="med">
        <p:fade/>
      </p:transition>
    </mc:Fallback>
  </mc:AlternateContent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>
        <p159:morph option="byObject"/>
      </p:transition>
    </mc:Choice>
    <mc:Fallback>
      <p:transition spd="med">
        <p:fade/>
      </p:transition>
    </mc:Fallback>
  </mc:AlternateContent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>
        <p159:morph option="byObject"/>
      </p:transition>
    </mc:Choice>
    <mc:Fallback>
      <p:transition spd="med">
        <p:fade/>
      </p:transition>
    </mc:Fallback>
  </mc:AlternateContent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2"/>
          <a:srcRect l="17523" t="18435" r="12988"/>
          <a:stretch>
            <a:fillRect/>
          </a:stretch>
        </p:blipFill>
        <p:spPr>
          <a:xfrm>
            <a:off x="0" y="-1"/>
            <a:ext cx="12192001" cy="685800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>
        <p159:morph option="byObject"/>
      </p:transition>
    </mc:Choice>
    <mc:Fallback>
      <p:transition spd="med">
        <p:fade/>
      </p:transition>
    </mc:Fallback>
  </mc:AlternateContent>
  <p:hf hdr="0" ft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>
        <p159:morph option="byObject"/>
      </p:transition>
    </mc:Choice>
    <mc:Fallback>
      <p:transition spd="med">
        <p:fade/>
      </p:transition>
    </mc:Fallback>
  </mc:AlternateConten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1.xml"/><Relationship Id="rId8" Type="http://schemas.openxmlformats.org/officeDocument/2006/relationships/slideLayout" Target="../slideLayouts/slideLayout7.xml"/><Relationship Id="rId7" Type="http://schemas.openxmlformats.org/officeDocument/2006/relationships/tags" Target="../tags/tag5.xml"/><Relationship Id="rId6" Type="http://schemas.openxmlformats.org/officeDocument/2006/relationships/tags" Target="../tags/tag4.xml"/><Relationship Id="rId5" Type="http://schemas.openxmlformats.org/officeDocument/2006/relationships/tags" Target="../tags/tag3.xml"/><Relationship Id="rId4" Type="http://schemas.openxmlformats.org/officeDocument/2006/relationships/tags" Target="../tags/tag2.xml"/><Relationship Id="rId3" Type="http://schemas.openxmlformats.org/officeDocument/2006/relationships/image" Target="../media/image3.png"/><Relationship Id="rId2" Type="http://schemas.openxmlformats.org/officeDocument/2006/relationships/tags" Target="../tags/tag1.xml"/><Relationship Id="rId1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14.xml"/><Relationship Id="rId8" Type="http://schemas.openxmlformats.org/officeDocument/2006/relationships/tags" Target="../tags/tag13.xml"/><Relationship Id="rId7" Type="http://schemas.openxmlformats.org/officeDocument/2006/relationships/tags" Target="../tags/tag12.xml"/><Relationship Id="rId6" Type="http://schemas.openxmlformats.org/officeDocument/2006/relationships/tags" Target="../tags/tag11.xml"/><Relationship Id="rId5" Type="http://schemas.openxmlformats.org/officeDocument/2006/relationships/tags" Target="../tags/tag10.xml"/><Relationship Id="rId4" Type="http://schemas.openxmlformats.org/officeDocument/2006/relationships/tags" Target="../tags/tag9.xml"/><Relationship Id="rId3" Type="http://schemas.openxmlformats.org/officeDocument/2006/relationships/tags" Target="../tags/tag8.xml"/><Relationship Id="rId2" Type="http://schemas.openxmlformats.org/officeDocument/2006/relationships/tags" Target="../tags/tag7.xml"/><Relationship Id="rId16" Type="http://schemas.openxmlformats.org/officeDocument/2006/relationships/slideLayout" Target="../slideLayouts/slideLayout7.xml"/><Relationship Id="rId15" Type="http://schemas.openxmlformats.org/officeDocument/2006/relationships/tags" Target="../tags/tag19.xml"/><Relationship Id="rId14" Type="http://schemas.openxmlformats.org/officeDocument/2006/relationships/tags" Target="../tags/tag18.xml"/><Relationship Id="rId13" Type="http://schemas.openxmlformats.org/officeDocument/2006/relationships/tags" Target="../tags/tag17.xml"/><Relationship Id="rId12" Type="http://schemas.openxmlformats.org/officeDocument/2006/relationships/image" Target="../media/image3.png"/><Relationship Id="rId11" Type="http://schemas.openxmlformats.org/officeDocument/2006/relationships/tags" Target="../tags/tag16.xml"/><Relationship Id="rId10" Type="http://schemas.openxmlformats.org/officeDocument/2006/relationships/tags" Target="../tags/tag15.xml"/><Relationship Id="rId1" Type="http://schemas.openxmlformats.org/officeDocument/2006/relationships/tags" Target="../tags/tag6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.png"/><Relationship Id="rId2" Type="http://schemas.openxmlformats.org/officeDocument/2006/relationships/tags" Target="../tags/tag21.xml"/><Relationship Id="rId1" Type="http://schemas.openxmlformats.org/officeDocument/2006/relationships/tags" Target="../tags/tag20.xml"/></Relationships>
</file>

<file path=ppt/slides/_rels/slide4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.xml"/><Relationship Id="rId5" Type="http://schemas.openxmlformats.org/officeDocument/2006/relationships/slideLayout" Target="../slideLayouts/slideLayout7.xml"/><Relationship Id="rId4" Type="http://schemas.openxmlformats.org/officeDocument/2006/relationships/tags" Target="../tags/tag24.xml"/><Relationship Id="rId3" Type="http://schemas.openxmlformats.org/officeDocument/2006/relationships/image" Target="../media/image3.png"/><Relationship Id="rId2" Type="http://schemas.openxmlformats.org/officeDocument/2006/relationships/tags" Target="../tags/tag23.xml"/><Relationship Id="rId1" Type="http://schemas.openxmlformats.org/officeDocument/2006/relationships/tags" Target="../tags/tag22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32.xml"/><Relationship Id="rId8" Type="http://schemas.openxmlformats.org/officeDocument/2006/relationships/tags" Target="../tags/tag31.xml"/><Relationship Id="rId7" Type="http://schemas.openxmlformats.org/officeDocument/2006/relationships/tags" Target="../tags/tag30.xml"/><Relationship Id="rId6" Type="http://schemas.openxmlformats.org/officeDocument/2006/relationships/tags" Target="../tags/tag29.xml"/><Relationship Id="rId5" Type="http://schemas.openxmlformats.org/officeDocument/2006/relationships/tags" Target="../tags/tag28.xml"/><Relationship Id="rId4" Type="http://schemas.openxmlformats.org/officeDocument/2006/relationships/tags" Target="../tags/tag27.xml"/><Relationship Id="rId3" Type="http://schemas.openxmlformats.org/officeDocument/2006/relationships/image" Target="../media/image3.png"/><Relationship Id="rId2" Type="http://schemas.openxmlformats.org/officeDocument/2006/relationships/tags" Target="../tags/tag26.xml"/><Relationship Id="rId12" Type="http://schemas.openxmlformats.org/officeDocument/2006/relationships/notesSlide" Target="../notesSlides/notesSlide3.xml"/><Relationship Id="rId11" Type="http://schemas.openxmlformats.org/officeDocument/2006/relationships/slideLayout" Target="../slideLayouts/slideLayout7.xml"/><Relationship Id="rId10" Type="http://schemas.openxmlformats.org/officeDocument/2006/relationships/tags" Target="../tags/tag33.xml"/><Relationship Id="rId1" Type="http://schemas.openxmlformats.org/officeDocument/2006/relationships/tags" Target="../tags/tag25.xml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.png"/><Relationship Id="rId2" Type="http://schemas.openxmlformats.org/officeDocument/2006/relationships/tags" Target="../tags/tag35.xml"/><Relationship Id="rId1" Type="http://schemas.openxmlformats.org/officeDocument/2006/relationships/tags" Target="../tags/tag34.xml"/></Relationships>
</file>

<file path=ppt/slides/_rels/slide7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4.xml"/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tags" Target="../tags/tag38.xml"/><Relationship Id="rId3" Type="http://schemas.openxmlformats.org/officeDocument/2006/relationships/image" Target="../media/image3.png"/><Relationship Id="rId2" Type="http://schemas.openxmlformats.org/officeDocument/2006/relationships/tags" Target="../tags/tag37.xml"/><Relationship Id="rId1" Type="http://schemas.openxmlformats.org/officeDocument/2006/relationships/tags" Target="../tags/tag36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5.xml"/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tags" Target="../tags/tag41.xml"/><Relationship Id="rId3" Type="http://schemas.openxmlformats.org/officeDocument/2006/relationships/image" Target="../media/image3.png"/><Relationship Id="rId2" Type="http://schemas.openxmlformats.org/officeDocument/2006/relationships/tags" Target="../tags/tag40.xml"/><Relationship Id="rId1" Type="http://schemas.openxmlformats.org/officeDocument/2006/relationships/tags" Target="../tags/tag39.xml"/></Relationships>
</file>

<file path=ppt/slides/_rels/slide9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6.xml"/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tags" Target="../tags/tag44.xml"/><Relationship Id="rId3" Type="http://schemas.openxmlformats.org/officeDocument/2006/relationships/image" Target="../media/image3.png"/><Relationship Id="rId2" Type="http://schemas.openxmlformats.org/officeDocument/2006/relationships/tags" Target="../tags/tag43.xml"/><Relationship Id="rId1" Type="http://schemas.openxmlformats.org/officeDocument/2006/relationships/tags" Target="../tags/tag42.xml"/></Relationships>
</file>

<file path=ppt/slides/_rels/slide10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7.xml"/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tags" Target="../tags/tag47.xml"/><Relationship Id="rId3" Type="http://schemas.openxmlformats.org/officeDocument/2006/relationships/image" Target="../media/image3.png"/><Relationship Id="rId2" Type="http://schemas.openxmlformats.org/officeDocument/2006/relationships/tags" Target="../tags/tag46.xml"/><Relationship Id="rId1" Type="http://schemas.openxmlformats.org/officeDocument/2006/relationships/tags" Target="../tags/tag45.xml"/></Relationships>
</file>

<file path=ppt/slides/_rels/slide11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8.xml"/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tags" Target="../tags/tag50.xml"/><Relationship Id="rId3" Type="http://schemas.openxmlformats.org/officeDocument/2006/relationships/image" Target="../media/image3.png"/><Relationship Id="rId2" Type="http://schemas.openxmlformats.org/officeDocument/2006/relationships/tags" Target="../tags/tag49.xml"/><Relationship Id="rId1" Type="http://schemas.openxmlformats.org/officeDocument/2006/relationships/tags" Target="../tags/tag48.xml"/></Relationships>
</file>

<file path=ppt/slides/_rels/slide12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9.xml"/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tags" Target="../tags/tag53.xml"/><Relationship Id="rId3" Type="http://schemas.openxmlformats.org/officeDocument/2006/relationships/image" Target="../media/image3.png"/><Relationship Id="rId2" Type="http://schemas.openxmlformats.org/officeDocument/2006/relationships/tags" Target="../tags/tag52.xml"/><Relationship Id="rId1" Type="http://schemas.openxmlformats.org/officeDocument/2006/relationships/tags" Target="../tags/tag51.xml"/></Relationships>
</file>

<file path=ppt/slides/_rels/slide13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0.xml"/><Relationship Id="rId5" Type="http://schemas.openxmlformats.org/officeDocument/2006/relationships/slideLayout" Target="../slideLayouts/slideLayout7.xml"/><Relationship Id="rId4" Type="http://schemas.openxmlformats.org/officeDocument/2006/relationships/tags" Target="../tags/tag56.xml"/><Relationship Id="rId3" Type="http://schemas.openxmlformats.org/officeDocument/2006/relationships/image" Target="../media/image3.png"/><Relationship Id="rId2" Type="http://schemas.openxmlformats.org/officeDocument/2006/relationships/tags" Target="../tags/tag55.xml"/><Relationship Id="rId1" Type="http://schemas.openxmlformats.org/officeDocument/2006/relationships/tags" Target="../tags/tag54.xml"/></Relationships>
</file>

<file path=ppt/slides/_rels/slide14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1.xml"/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11.png"/><Relationship Id="rId4" Type="http://schemas.openxmlformats.org/officeDocument/2006/relationships/tags" Target="../tags/tag59.xml"/><Relationship Id="rId3" Type="http://schemas.openxmlformats.org/officeDocument/2006/relationships/image" Target="../media/image3.png"/><Relationship Id="rId2" Type="http://schemas.openxmlformats.org/officeDocument/2006/relationships/tags" Target="../tags/tag58.xml"/><Relationship Id="rId1" Type="http://schemas.openxmlformats.org/officeDocument/2006/relationships/tags" Target="../tags/tag57.xml"/></Relationships>
</file>

<file path=ppt/slides/_rels/slide15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2.xml"/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12.png"/><Relationship Id="rId4" Type="http://schemas.openxmlformats.org/officeDocument/2006/relationships/tags" Target="../tags/tag62.xml"/><Relationship Id="rId3" Type="http://schemas.openxmlformats.org/officeDocument/2006/relationships/image" Target="../media/image3.png"/><Relationship Id="rId2" Type="http://schemas.openxmlformats.org/officeDocument/2006/relationships/tags" Target="../tags/tag61.xml"/><Relationship Id="rId1" Type="http://schemas.openxmlformats.org/officeDocument/2006/relationships/tags" Target="../tags/tag60.xml"/></Relationships>
</file>

<file path=ppt/slides/_rels/slide16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3.xml"/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13.png"/><Relationship Id="rId4" Type="http://schemas.openxmlformats.org/officeDocument/2006/relationships/tags" Target="../tags/tag65.xml"/><Relationship Id="rId3" Type="http://schemas.openxmlformats.org/officeDocument/2006/relationships/image" Target="../media/image3.png"/><Relationship Id="rId2" Type="http://schemas.openxmlformats.org/officeDocument/2006/relationships/tags" Target="../tags/tag64.xml"/><Relationship Id="rId1" Type="http://schemas.openxmlformats.org/officeDocument/2006/relationships/tags" Target="../tags/tag63.xml"/></Relationships>
</file>

<file path=ppt/slides/_rels/slide17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4.xml"/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14.png"/><Relationship Id="rId4" Type="http://schemas.openxmlformats.org/officeDocument/2006/relationships/tags" Target="../tags/tag68.xml"/><Relationship Id="rId3" Type="http://schemas.openxmlformats.org/officeDocument/2006/relationships/image" Target="../media/image3.png"/><Relationship Id="rId2" Type="http://schemas.openxmlformats.org/officeDocument/2006/relationships/tags" Target="../tags/tag67.xml"/><Relationship Id="rId1" Type="http://schemas.openxmlformats.org/officeDocument/2006/relationships/tags" Target="../tags/tag66.xml"/></Relationships>
</file>

<file path=ppt/slides/_rels/slide1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.png"/><Relationship Id="rId2" Type="http://schemas.openxmlformats.org/officeDocument/2006/relationships/tags" Target="../tags/tag70.xml"/><Relationship Id="rId1" Type="http://schemas.openxmlformats.org/officeDocument/2006/relationships/tags" Target="../tags/tag69.xml"/></Relationships>
</file>

<file path=ppt/slides/_rels/slide19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15.xml"/><Relationship Id="rId8" Type="http://schemas.openxmlformats.org/officeDocument/2006/relationships/slideLayout" Target="../slideLayouts/slideLayout7.xml"/><Relationship Id="rId7" Type="http://schemas.openxmlformats.org/officeDocument/2006/relationships/image" Target="../media/image16.png"/><Relationship Id="rId6" Type="http://schemas.openxmlformats.org/officeDocument/2006/relationships/image" Target="../media/image15.png"/><Relationship Id="rId5" Type="http://schemas.openxmlformats.org/officeDocument/2006/relationships/tags" Target="../tags/tag74.xml"/><Relationship Id="rId4" Type="http://schemas.openxmlformats.org/officeDocument/2006/relationships/tags" Target="../tags/tag73.xml"/><Relationship Id="rId3" Type="http://schemas.openxmlformats.org/officeDocument/2006/relationships/image" Target="../media/image3.png"/><Relationship Id="rId2" Type="http://schemas.openxmlformats.org/officeDocument/2006/relationships/tags" Target="../tags/tag72.xml"/><Relationship Id="rId1" Type="http://schemas.openxmlformats.org/officeDocument/2006/relationships/tags" Target="../tags/tag71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6.xml"/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5" Type="http://schemas.openxmlformats.org/officeDocument/2006/relationships/tags" Target="../tags/tag78.xml"/><Relationship Id="rId4" Type="http://schemas.openxmlformats.org/officeDocument/2006/relationships/tags" Target="../tags/tag77.xml"/><Relationship Id="rId3" Type="http://schemas.openxmlformats.org/officeDocument/2006/relationships/image" Target="../media/image3.png"/><Relationship Id="rId2" Type="http://schemas.openxmlformats.org/officeDocument/2006/relationships/tags" Target="../tags/tag76.xml"/><Relationship Id="rId1" Type="http://schemas.openxmlformats.org/officeDocument/2006/relationships/tags" Target="../tags/tag75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7.xml"/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5" Type="http://schemas.openxmlformats.org/officeDocument/2006/relationships/tags" Target="../tags/tag82.xml"/><Relationship Id="rId4" Type="http://schemas.openxmlformats.org/officeDocument/2006/relationships/tags" Target="../tags/tag81.xml"/><Relationship Id="rId3" Type="http://schemas.openxmlformats.org/officeDocument/2006/relationships/image" Target="../media/image3.png"/><Relationship Id="rId2" Type="http://schemas.openxmlformats.org/officeDocument/2006/relationships/tags" Target="../tags/tag80.xml"/><Relationship Id="rId1" Type="http://schemas.openxmlformats.org/officeDocument/2006/relationships/tags" Target="../tags/tag79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8.xml"/><Relationship Id="rId7" Type="http://schemas.openxmlformats.org/officeDocument/2006/relationships/slideLayout" Target="../slideLayouts/slideLayout7.xml"/><Relationship Id="rId6" Type="http://schemas.openxmlformats.org/officeDocument/2006/relationships/tags" Target="../tags/tag86.xml"/><Relationship Id="rId5" Type="http://schemas.openxmlformats.org/officeDocument/2006/relationships/image" Target="../media/image19.png"/><Relationship Id="rId4" Type="http://schemas.openxmlformats.org/officeDocument/2006/relationships/tags" Target="../tags/tag85.xml"/><Relationship Id="rId3" Type="http://schemas.openxmlformats.org/officeDocument/2006/relationships/image" Target="../media/image3.png"/><Relationship Id="rId2" Type="http://schemas.openxmlformats.org/officeDocument/2006/relationships/tags" Target="../tags/tag84.xml"/><Relationship Id="rId1" Type="http://schemas.openxmlformats.org/officeDocument/2006/relationships/tags" Target="../tags/tag83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9.xml"/><Relationship Id="rId7" Type="http://schemas.openxmlformats.org/officeDocument/2006/relationships/slideLayout" Target="../slideLayouts/slideLayout7.xml"/><Relationship Id="rId6" Type="http://schemas.openxmlformats.org/officeDocument/2006/relationships/tags" Target="../tags/tag90.xml"/><Relationship Id="rId5" Type="http://schemas.openxmlformats.org/officeDocument/2006/relationships/image" Target="../media/image20.png"/><Relationship Id="rId4" Type="http://schemas.openxmlformats.org/officeDocument/2006/relationships/tags" Target="../tags/tag89.xml"/><Relationship Id="rId3" Type="http://schemas.openxmlformats.org/officeDocument/2006/relationships/image" Target="../media/image3.png"/><Relationship Id="rId2" Type="http://schemas.openxmlformats.org/officeDocument/2006/relationships/tags" Target="../tags/tag88.xml"/><Relationship Id="rId1" Type="http://schemas.openxmlformats.org/officeDocument/2006/relationships/tags" Target="../tags/tag87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20.xml"/><Relationship Id="rId7" Type="http://schemas.openxmlformats.org/officeDocument/2006/relationships/slideLayout" Target="../slideLayouts/slideLayout7.xml"/><Relationship Id="rId6" Type="http://schemas.openxmlformats.org/officeDocument/2006/relationships/tags" Target="../tags/tag94.xml"/><Relationship Id="rId5" Type="http://schemas.openxmlformats.org/officeDocument/2006/relationships/image" Target="../media/image21.png"/><Relationship Id="rId4" Type="http://schemas.openxmlformats.org/officeDocument/2006/relationships/tags" Target="../tags/tag93.xml"/><Relationship Id="rId3" Type="http://schemas.openxmlformats.org/officeDocument/2006/relationships/image" Target="../media/image3.png"/><Relationship Id="rId2" Type="http://schemas.openxmlformats.org/officeDocument/2006/relationships/tags" Target="../tags/tag92.xml"/><Relationship Id="rId1" Type="http://schemas.openxmlformats.org/officeDocument/2006/relationships/tags" Target="../tags/tag91.xml"/></Relationships>
</file>

<file path=ppt/slides/_rels/slide2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.png"/><Relationship Id="rId2" Type="http://schemas.openxmlformats.org/officeDocument/2006/relationships/tags" Target="../tags/tag96.xml"/><Relationship Id="rId1" Type="http://schemas.openxmlformats.org/officeDocument/2006/relationships/tags" Target="../tags/tag95.xml"/></Relationships>
</file>

<file path=ppt/slides/_rels/slide26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21.xml"/><Relationship Id="rId6" Type="http://schemas.openxmlformats.org/officeDocument/2006/relationships/slideLayout" Target="../slideLayouts/slideLayout7.xml"/><Relationship Id="rId5" Type="http://schemas.openxmlformats.org/officeDocument/2006/relationships/tags" Target="../tags/tag100.xml"/><Relationship Id="rId4" Type="http://schemas.openxmlformats.org/officeDocument/2006/relationships/tags" Target="../tags/tag99.xml"/><Relationship Id="rId3" Type="http://schemas.openxmlformats.org/officeDocument/2006/relationships/image" Target="../media/image3.png"/><Relationship Id="rId2" Type="http://schemas.openxmlformats.org/officeDocument/2006/relationships/tags" Target="../tags/tag98.xml"/><Relationship Id="rId1" Type="http://schemas.openxmlformats.org/officeDocument/2006/relationships/tags" Target="../tags/tag97.xml"/></Relationships>
</file>

<file path=ppt/slides/_rels/slide27.xml.rels><?xml version="1.0" encoding="UTF-8" standalone="yes"?>
<Relationships xmlns="http://schemas.openxmlformats.org/package/2006/relationships"><Relationship Id="rId9" Type="http://schemas.openxmlformats.org/officeDocument/2006/relationships/tags" Target="../tags/tag108.xml"/><Relationship Id="rId8" Type="http://schemas.openxmlformats.org/officeDocument/2006/relationships/tags" Target="../tags/tag107.xml"/><Relationship Id="rId7" Type="http://schemas.openxmlformats.org/officeDocument/2006/relationships/tags" Target="../tags/tag106.xml"/><Relationship Id="rId6" Type="http://schemas.openxmlformats.org/officeDocument/2006/relationships/tags" Target="../tags/tag105.xml"/><Relationship Id="rId5" Type="http://schemas.openxmlformats.org/officeDocument/2006/relationships/tags" Target="../tags/tag104.xml"/><Relationship Id="rId4" Type="http://schemas.openxmlformats.org/officeDocument/2006/relationships/tags" Target="../tags/tag103.xml"/><Relationship Id="rId3" Type="http://schemas.openxmlformats.org/officeDocument/2006/relationships/image" Target="../media/image3.png"/><Relationship Id="rId2" Type="http://schemas.openxmlformats.org/officeDocument/2006/relationships/tags" Target="../tags/tag102.xml"/><Relationship Id="rId19" Type="http://schemas.openxmlformats.org/officeDocument/2006/relationships/notesSlide" Target="../notesSlides/notesSlide22.xml"/><Relationship Id="rId18" Type="http://schemas.openxmlformats.org/officeDocument/2006/relationships/slideLayout" Target="../slideLayouts/slideLayout7.xml"/><Relationship Id="rId17" Type="http://schemas.openxmlformats.org/officeDocument/2006/relationships/tags" Target="../tags/tag116.xml"/><Relationship Id="rId16" Type="http://schemas.openxmlformats.org/officeDocument/2006/relationships/tags" Target="../tags/tag115.xml"/><Relationship Id="rId15" Type="http://schemas.openxmlformats.org/officeDocument/2006/relationships/tags" Target="../tags/tag114.xml"/><Relationship Id="rId14" Type="http://schemas.openxmlformats.org/officeDocument/2006/relationships/tags" Target="../tags/tag113.xml"/><Relationship Id="rId13" Type="http://schemas.openxmlformats.org/officeDocument/2006/relationships/tags" Target="../tags/tag112.xml"/><Relationship Id="rId12" Type="http://schemas.openxmlformats.org/officeDocument/2006/relationships/tags" Target="../tags/tag111.xml"/><Relationship Id="rId11" Type="http://schemas.openxmlformats.org/officeDocument/2006/relationships/tags" Target="../tags/tag110.xml"/><Relationship Id="rId10" Type="http://schemas.openxmlformats.org/officeDocument/2006/relationships/tags" Target="../tags/tag109.xml"/><Relationship Id="rId1" Type="http://schemas.openxmlformats.org/officeDocument/2006/relationships/tags" Target="../tags/tag101.xml"/></Relationships>
</file>

<file path=ppt/slides/_rels/slide28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3.xml"/><Relationship Id="rId5" Type="http://schemas.openxmlformats.org/officeDocument/2006/relationships/slideLayout" Target="../slideLayouts/slideLayout7.xml"/><Relationship Id="rId4" Type="http://schemas.openxmlformats.org/officeDocument/2006/relationships/tags" Target="../tags/tag119.xml"/><Relationship Id="rId3" Type="http://schemas.openxmlformats.org/officeDocument/2006/relationships/image" Target="../media/image3.png"/><Relationship Id="rId2" Type="http://schemas.openxmlformats.org/officeDocument/2006/relationships/tags" Target="../tags/tag118.xml"/><Relationship Id="rId1" Type="http://schemas.openxmlformats.org/officeDocument/2006/relationships/tags" Target="../tags/tag1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562"/>
            <a:ext cx="12231334" cy="6857999"/>
          </a:xfrm>
          <a:prstGeom prst="rect">
            <a:avLst/>
          </a:prstGeom>
        </p:spPr>
      </p:pic>
      <p:pic>
        <p:nvPicPr>
          <p:cNvPr id="3" name="图片 2" descr="带字透明底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rcRect t="29740" b="22457"/>
          <a:stretch>
            <a:fillRect/>
          </a:stretch>
        </p:blipFill>
        <p:spPr>
          <a:xfrm>
            <a:off x="9144000" y="103505"/>
            <a:ext cx="3048000" cy="746125"/>
          </a:xfrm>
          <a:prstGeom prst="rect">
            <a:avLst/>
          </a:prstGeom>
        </p:spPr>
      </p:pic>
      <p:sp>
        <p:nvSpPr>
          <p:cNvPr id="65" name="文本框 64"/>
          <p:cNvSpPr txBox="1"/>
          <p:nvPr>
            <p:custDataLst>
              <p:tags r:id="rId4"/>
            </p:custDataLst>
          </p:nvPr>
        </p:nvSpPr>
        <p:spPr>
          <a:xfrm>
            <a:off x="1393190" y="6233795"/>
            <a:ext cx="9404985" cy="38671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spc="1000">
                <a:solidFill>
                  <a:schemeClr val="bg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黑体" panose="02010609060101010101" charset="-122"/>
              </a:rPr>
              <a:t>NORTHWEST A&amp;F UNIVERSITY</a:t>
            </a:r>
            <a:endParaRPr lang="en-US" spc="1000">
              <a:solidFill>
                <a:schemeClr val="bg1"/>
              </a:solidFill>
              <a:uFillTx/>
              <a:latin typeface="微软雅黑" panose="020B0503020204020204" charset="-122"/>
              <a:ea typeface="微软雅黑" panose="020B0503020204020204" charset="-122"/>
              <a:cs typeface="黑体" panose="02010609060101010101" charset="-122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2174260" y="-96520"/>
            <a:ext cx="7581244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6">
                    <a:lumMod val="60000"/>
                    <a:lumOff val="40000"/>
                  </a:schemeClr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solidFill>
                <a:srgbClr val="002060"/>
              </a:solidFill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0" y="0"/>
            <a:ext cx="12211034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gradFill>
                  <a:gsLst>
                    <a:gs pos="35000">
                      <a:srgbClr val="479F72">
                        <a:alpha val="90000"/>
                      </a:srgbClr>
                    </a:gs>
                    <a:gs pos="100000">
                      <a:srgbClr val="35823C">
                        <a:alpha val="0"/>
                      </a:srgbClr>
                    </a:gs>
                    <a:gs pos="0">
                      <a:srgbClr val="479F72"/>
                    </a:gs>
                  </a:gsLst>
                  <a:lin ang="0" scaled="1"/>
                </a:gra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3" name="矩形 12"/>
          <p:cNvSpPr/>
          <p:nvPr/>
        </p:nvSpPr>
        <p:spPr>
          <a:xfrm>
            <a:off x="-310" y="-10018"/>
            <a:ext cx="12211034" cy="6858000"/>
          </a:xfrm>
          <a:prstGeom prst="rect">
            <a:avLst/>
          </a:prstGeom>
          <a:gradFill>
            <a:gsLst>
              <a:gs pos="35000">
                <a:srgbClr val="479F72">
                  <a:alpha val="90000"/>
                </a:srgbClr>
              </a:gs>
              <a:gs pos="100000">
                <a:srgbClr val="35823C">
                  <a:alpha val="0"/>
                </a:srgbClr>
              </a:gs>
              <a:gs pos="0">
                <a:srgbClr val="479F72"/>
              </a:gs>
            </a:gsLst>
            <a:lin ang="0" scaled="1"/>
          </a:gradFill>
          <a:ln>
            <a:noFill/>
          </a:ln>
        </p:spPr>
        <p:style>
          <a:lnRef idx="2">
            <a:srgbClr val="86C131">
              <a:shade val="50000"/>
            </a:srgbClr>
          </a:lnRef>
          <a:fillRef idx="1">
            <a:srgbClr val="86C131"/>
          </a:fillRef>
          <a:effectRef idx="0">
            <a:srgbClr val="86C131"/>
          </a:effectRef>
          <a:fontRef idx="minor">
            <a:sysClr val="window" lastClr="FFFFFF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ysClr val="window" lastClr="FFFFFF"/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17" name="文本框 16"/>
          <p:cNvSpPr txBox="1"/>
          <p:nvPr>
            <p:custDataLst>
              <p:tags r:id="rId5"/>
            </p:custDataLst>
          </p:nvPr>
        </p:nvSpPr>
        <p:spPr>
          <a:xfrm>
            <a:off x="4815564" y="3973831"/>
            <a:ext cx="3480435" cy="4375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 algn="l" fontAlgn="auto">
              <a:lnSpc>
                <a:spcPct val="125000"/>
              </a:lnSpc>
            </a:pPr>
            <a:r>
              <a:rPr lang="zh-CN" altLang="en-US" spc="200" dirty="0">
                <a:solidFill>
                  <a:schemeClr val="bg1"/>
                </a:solidFill>
                <a:uFillTx/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汇报人：</a:t>
            </a:r>
            <a:endParaRPr lang="en-US" altLang="zh-CN" spc="200" dirty="0">
              <a:solidFill>
                <a:schemeClr val="bg1"/>
              </a:solidFill>
              <a:uFillTx/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4567279" y="4842511"/>
            <a:ext cx="2857693" cy="43751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indent="0" algn="l" fontAlgn="auto">
              <a:lnSpc>
                <a:spcPct val="125000"/>
              </a:lnSpc>
            </a:pPr>
            <a:r>
              <a:rPr lang="zh-CN" altLang="en-US" spc="200" dirty="0">
                <a:solidFill>
                  <a:schemeClr val="bg1"/>
                </a:solidFill>
                <a:uFillTx/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汇报时间：</a:t>
            </a:r>
            <a:endParaRPr lang="en-US" altLang="zh-CN" spc="200" dirty="0">
              <a:solidFill>
                <a:schemeClr val="bg1"/>
              </a:solidFill>
              <a:uFillTx/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+mn-ea"/>
            </a:endParaRPr>
          </a:p>
        </p:txBody>
      </p:sp>
      <p:sp>
        <p:nvSpPr>
          <p:cNvPr id="21" name="文本框 20"/>
          <p:cNvSpPr txBox="1"/>
          <p:nvPr>
            <p:custDataLst>
              <p:tags r:id="rId6"/>
            </p:custDataLst>
          </p:nvPr>
        </p:nvSpPr>
        <p:spPr>
          <a:xfrm>
            <a:off x="954129" y="1849973"/>
            <a:ext cx="10021505" cy="9882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 algn="l" fontAlgn="auto">
              <a:lnSpc>
                <a:spcPct val="125000"/>
              </a:lnSpc>
            </a:pPr>
            <a:r>
              <a:rPr lang="zh-CN" altLang="en-US" sz="5400" spc="200" dirty="0">
                <a:solidFill>
                  <a:schemeClr val="bg1"/>
                </a:solidFill>
                <a:uFillTx/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简单</a:t>
            </a:r>
            <a:r>
              <a:rPr lang="en-US" altLang="zh-CN" sz="5400" spc="200" dirty="0">
                <a:solidFill>
                  <a:schemeClr val="bg1"/>
                </a:solidFill>
                <a:uFillTx/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Web</a:t>
            </a:r>
            <a:r>
              <a:rPr lang="zh-CN" altLang="en-US" sz="5400" spc="200" dirty="0">
                <a:solidFill>
                  <a:schemeClr val="bg1"/>
                </a:solidFill>
                <a:uFillTx/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服务器程序设计与实现</a:t>
            </a:r>
            <a:endParaRPr lang="zh-CN" altLang="en-US" sz="5400" spc="200" dirty="0">
              <a:solidFill>
                <a:schemeClr val="bg1"/>
              </a:solidFill>
              <a:uFillTx/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2" name="文本框 21"/>
          <p:cNvSpPr txBox="1"/>
          <p:nvPr>
            <p:custDataLst>
              <p:tags r:id="rId7"/>
            </p:custDataLst>
          </p:nvPr>
        </p:nvSpPr>
        <p:spPr>
          <a:xfrm>
            <a:off x="4567279" y="4404996"/>
            <a:ext cx="3859530" cy="4375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 algn="l" fontAlgn="auto">
              <a:lnSpc>
                <a:spcPct val="125000"/>
              </a:lnSpc>
            </a:pPr>
            <a:r>
              <a:rPr lang="zh-CN" altLang="en-US" spc="200" dirty="0">
                <a:solidFill>
                  <a:schemeClr val="bg1"/>
                </a:solidFill>
                <a:uFillTx/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指导老师：</a:t>
            </a:r>
            <a:endParaRPr lang="zh-CN" altLang="en-US" spc="200" dirty="0">
              <a:solidFill>
                <a:schemeClr val="bg1"/>
              </a:solidFill>
              <a:uFillTx/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>
        <p159:morph option="byObject"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bldLvl="0" animBg="1"/>
      <p:bldP spid="13" grpId="0" bldLvl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/>
          <p:cNvSpPr/>
          <p:nvPr/>
        </p:nvSpPr>
        <p:spPr>
          <a:xfrm>
            <a:off x="0" y="-635"/>
            <a:ext cx="12192000" cy="6858635"/>
          </a:xfrm>
          <a:prstGeom prst="rect">
            <a:avLst/>
          </a:prstGeom>
          <a:gradFill>
            <a:gsLst>
              <a:gs pos="1000">
                <a:schemeClr val="accent6">
                  <a:lumMod val="20000"/>
                  <a:lumOff val="80000"/>
                  <a:alpha val="31000"/>
                </a:schemeClr>
              </a:gs>
              <a:gs pos="27000">
                <a:srgbClr val="7EAC8D">
                  <a:alpha val="66000"/>
                </a:srgbClr>
              </a:gs>
              <a:gs pos="70000">
                <a:srgbClr val="1A6840">
                  <a:alpha val="6400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/>
          <p:cNvSpPr txBox="1"/>
          <p:nvPr>
            <p:custDataLst>
              <p:tags r:id="rId1"/>
            </p:custDataLst>
          </p:nvPr>
        </p:nvSpPr>
        <p:spPr>
          <a:xfrm>
            <a:off x="850265" y="2573020"/>
            <a:ext cx="2359660" cy="11068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6600" b="1" spc="1200">
                <a:solidFill>
                  <a:srgbClr val="2E461C"/>
                </a:solidFill>
                <a:uFillTx/>
                <a:latin typeface="华文中宋" panose="02010600040101010101" charset="-122"/>
                <a:ea typeface="华文中宋" panose="02010600040101010101" charset="-122"/>
              </a:rPr>
              <a:t>目录</a:t>
            </a:r>
            <a:endParaRPr lang="zh-CN" altLang="en-US" sz="6600" b="1" spc="1200">
              <a:solidFill>
                <a:srgbClr val="2E461C"/>
              </a:solidFill>
              <a:uFillTx/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18" name="圆角矩形 17"/>
          <p:cNvSpPr/>
          <p:nvPr>
            <p:custDataLst>
              <p:tags r:id="rId2"/>
            </p:custDataLst>
          </p:nvPr>
        </p:nvSpPr>
        <p:spPr>
          <a:xfrm>
            <a:off x="3850005" y="960120"/>
            <a:ext cx="646430" cy="699770"/>
          </a:xfrm>
          <a:prstGeom prst="roundRect">
            <a:avLst/>
          </a:prstGeom>
          <a:noFill/>
          <a:ln>
            <a:solidFill>
              <a:srgbClr val="2E461C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文本框 18"/>
          <p:cNvSpPr txBox="1"/>
          <p:nvPr>
            <p:custDataLst>
              <p:tags r:id="rId3"/>
            </p:custDataLst>
          </p:nvPr>
        </p:nvSpPr>
        <p:spPr>
          <a:xfrm>
            <a:off x="3850005" y="960120"/>
            <a:ext cx="646430" cy="6350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altLang="zh-CN" sz="4400">
                <a:solidFill>
                  <a:srgbClr val="2E461C"/>
                </a:solidFill>
                <a:latin typeface="华文中宋" panose="02010600040101010101" charset="-122"/>
                <a:ea typeface="华文中宋" panose="02010600040101010101" charset="-122"/>
              </a:rPr>
              <a:t>1</a:t>
            </a:r>
            <a:endParaRPr lang="en-US" altLang="zh-CN" sz="4400">
              <a:solidFill>
                <a:srgbClr val="2E461C"/>
              </a:solidFill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20" name="文本框 19"/>
          <p:cNvSpPr txBox="1"/>
          <p:nvPr>
            <p:custDataLst>
              <p:tags r:id="rId4"/>
            </p:custDataLst>
          </p:nvPr>
        </p:nvSpPr>
        <p:spPr>
          <a:xfrm>
            <a:off x="5034280" y="2338070"/>
            <a:ext cx="540131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>
                <a:solidFill>
                  <a:srgbClr val="2E461C"/>
                </a:solidFill>
                <a:latin typeface="华文中宋" panose="02010600040101010101" charset="-122"/>
                <a:ea typeface="华文中宋" panose="02010600040101010101" charset="-122"/>
              </a:rPr>
              <a:t>问题解决流程</a:t>
            </a:r>
            <a:endParaRPr lang="zh-CN" altLang="en-US" sz="3200" dirty="0">
              <a:solidFill>
                <a:srgbClr val="2E461C"/>
              </a:solidFill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22" name="圆角矩形 21"/>
          <p:cNvSpPr/>
          <p:nvPr>
            <p:custDataLst>
              <p:tags r:id="rId5"/>
            </p:custDataLst>
          </p:nvPr>
        </p:nvSpPr>
        <p:spPr>
          <a:xfrm>
            <a:off x="3855085" y="3653790"/>
            <a:ext cx="646430" cy="699770"/>
          </a:xfrm>
          <a:prstGeom prst="roundRect">
            <a:avLst/>
          </a:prstGeom>
          <a:noFill/>
          <a:ln>
            <a:solidFill>
              <a:srgbClr val="2E461C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文本框 22"/>
          <p:cNvSpPr txBox="1"/>
          <p:nvPr>
            <p:custDataLst>
              <p:tags r:id="rId6"/>
            </p:custDataLst>
          </p:nvPr>
        </p:nvSpPr>
        <p:spPr>
          <a:xfrm>
            <a:off x="3850005" y="3629025"/>
            <a:ext cx="646430" cy="6350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altLang="zh-CN" sz="4400">
                <a:solidFill>
                  <a:srgbClr val="2E461C"/>
                </a:solidFill>
                <a:latin typeface="华文中宋" panose="02010600040101010101" charset="-122"/>
                <a:ea typeface="华文中宋" panose="02010600040101010101" charset="-122"/>
              </a:rPr>
              <a:t>3</a:t>
            </a:r>
            <a:endParaRPr lang="en-US" altLang="zh-CN" sz="4400">
              <a:solidFill>
                <a:srgbClr val="2E461C"/>
              </a:solidFill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24" name="文本框 23"/>
          <p:cNvSpPr txBox="1"/>
          <p:nvPr>
            <p:custDataLst>
              <p:tags r:id="rId7"/>
            </p:custDataLst>
          </p:nvPr>
        </p:nvSpPr>
        <p:spPr>
          <a:xfrm>
            <a:off x="5032375" y="4982557"/>
            <a:ext cx="399892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>
                <a:solidFill>
                  <a:srgbClr val="2E461C"/>
                </a:solidFill>
                <a:latin typeface="华文中宋" panose="02010600040101010101" charset="-122"/>
                <a:ea typeface="华文中宋" panose="02010600040101010101" charset="-122"/>
              </a:rPr>
              <a:t>总结</a:t>
            </a:r>
            <a:endParaRPr lang="zh-CN" altLang="en-US" sz="3200" dirty="0">
              <a:solidFill>
                <a:srgbClr val="2E461C"/>
              </a:solidFill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26" name="圆角矩形 25"/>
          <p:cNvSpPr/>
          <p:nvPr>
            <p:custDataLst>
              <p:tags r:id="rId8"/>
            </p:custDataLst>
          </p:nvPr>
        </p:nvSpPr>
        <p:spPr>
          <a:xfrm>
            <a:off x="3850005" y="2291080"/>
            <a:ext cx="646430" cy="699770"/>
          </a:xfrm>
          <a:prstGeom prst="roundRect">
            <a:avLst/>
          </a:prstGeom>
          <a:noFill/>
          <a:ln>
            <a:solidFill>
              <a:srgbClr val="2E461C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文本框 27"/>
          <p:cNvSpPr txBox="1"/>
          <p:nvPr>
            <p:custDataLst>
              <p:tags r:id="rId9"/>
            </p:custDataLst>
          </p:nvPr>
        </p:nvSpPr>
        <p:spPr>
          <a:xfrm>
            <a:off x="3850005" y="2252345"/>
            <a:ext cx="646430" cy="6350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altLang="zh-CN" sz="4400">
                <a:solidFill>
                  <a:srgbClr val="2E461C"/>
                </a:solidFill>
                <a:latin typeface="华文中宋" panose="02010600040101010101" charset="-122"/>
                <a:ea typeface="华文中宋" panose="02010600040101010101" charset="-122"/>
              </a:rPr>
              <a:t>2</a:t>
            </a:r>
            <a:endParaRPr lang="en-US" altLang="zh-CN" sz="4400">
              <a:solidFill>
                <a:srgbClr val="2E461C"/>
              </a:solidFill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29" name="文本框 28"/>
          <p:cNvSpPr txBox="1"/>
          <p:nvPr>
            <p:custDataLst>
              <p:tags r:id="rId10"/>
            </p:custDataLst>
          </p:nvPr>
        </p:nvSpPr>
        <p:spPr>
          <a:xfrm>
            <a:off x="5032375" y="3700780"/>
            <a:ext cx="411162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>
                <a:solidFill>
                  <a:srgbClr val="2E461C"/>
                </a:solidFill>
                <a:latin typeface="华文中宋" panose="02010600040101010101" charset="-122"/>
                <a:ea typeface="华文中宋" panose="02010600040101010101" charset="-122"/>
              </a:rPr>
              <a:t>程序运行与测试</a:t>
            </a:r>
            <a:endParaRPr lang="zh-CN" altLang="en-US" sz="3200" dirty="0">
              <a:solidFill>
                <a:srgbClr val="2E461C"/>
              </a:solidFill>
              <a:latin typeface="华文中宋" panose="02010600040101010101" charset="-122"/>
              <a:ea typeface="华文中宋" panose="02010600040101010101" charset="-122"/>
            </a:endParaRPr>
          </a:p>
        </p:txBody>
      </p:sp>
      <p:pic>
        <p:nvPicPr>
          <p:cNvPr id="3" name="图片 2" descr="带字透明底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12"/>
          <a:srcRect t="29740" b="22457"/>
          <a:stretch>
            <a:fillRect/>
          </a:stretch>
        </p:blipFill>
        <p:spPr>
          <a:xfrm>
            <a:off x="9144000" y="103505"/>
            <a:ext cx="3048000" cy="746125"/>
          </a:xfrm>
          <a:prstGeom prst="rect">
            <a:avLst/>
          </a:prstGeom>
        </p:spPr>
      </p:pic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  <p:sp>
        <p:nvSpPr>
          <p:cNvPr id="4" name="文本框 3"/>
          <p:cNvSpPr txBox="1"/>
          <p:nvPr>
            <p:custDataLst>
              <p:tags r:id="rId13"/>
            </p:custDataLst>
          </p:nvPr>
        </p:nvSpPr>
        <p:spPr>
          <a:xfrm>
            <a:off x="3855085" y="4957445"/>
            <a:ext cx="646430" cy="6350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altLang="zh-CN" sz="4400">
                <a:solidFill>
                  <a:srgbClr val="2E461C"/>
                </a:solidFill>
                <a:latin typeface="华文中宋" panose="02010600040101010101" charset="-122"/>
                <a:ea typeface="华文中宋" panose="02010600040101010101" charset="-122"/>
                <a:sym typeface="+mn-ea"/>
              </a:rPr>
              <a:t>4</a:t>
            </a:r>
            <a:endParaRPr lang="en-US" altLang="zh-CN" sz="4400">
              <a:solidFill>
                <a:srgbClr val="2E461C"/>
              </a:solidFill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6" name="圆角矩形 5"/>
          <p:cNvSpPr/>
          <p:nvPr>
            <p:custDataLst>
              <p:tags r:id="rId14"/>
            </p:custDataLst>
          </p:nvPr>
        </p:nvSpPr>
        <p:spPr>
          <a:xfrm>
            <a:off x="3855085" y="4957445"/>
            <a:ext cx="646430" cy="699770"/>
          </a:xfrm>
          <a:prstGeom prst="roundRect">
            <a:avLst/>
          </a:prstGeom>
          <a:noFill/>
          <a:ln>
            <a:solidFill>
              <a:srgbClr val="2E461C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>
            <p:custDataLst>
              <p:tags r:id="rId15"/>
            </p:custDataLst>
          </p:nvPr>
        </p:nvSpPr>
        <p:spPr>
          <a:xfrm>
            <a:off x="4994912" y="985837"/>
            <a:ext cx="540131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>
                <a:solidFill>
                  <a:srgbClr val="2E461C"/>
                </a:solidFill>
                <a:latin typeface="华文中宋" panose="02010600040101010101" charset="-122"/>
                <a:ea typeface="华文中宋" panose="02010600040101010101" charset="-122"/>
              </a:rPr>
              <a:t>问题初步分析</a:t>
            </a:r>
            <a:endParaRPr lang="zh-CN" altLang="en-US" sz="3200" dirty="0">
              <a:solidFill>
                <a:srgbClr val="2E461C"/>
              </a:solidFill>
              <a:latin typeface="华文中宋" panose="02010600040101010101" charset="-122"/>
              <a:ea typeface="华文中宋" panose="02010600040101010101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>
        <p159:morph option="byObject"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>
            <p:custDataLst>
              <p:tags r:id="rId1"/>
            </p:custDataLst>
          </p:nvPr>
        </p:nvSpPr>
        <p:spPr>
          <a:xfrm>
            <a:off x="0" y="0"/>
            <a:ext cx="12191365" cy="6858000"/>
          </a:xfrm>
          <a:prstGeom prst="rect">
            <a:avLst/>
          </a:prstGeom>
          <a:gradFill>
            <a:gsLst>
              <a:gs pos="1000">
                <a:srgbClr val="C1DFAE">
                  <a:alpha val="76000"/>
                </a:srgbClr>
              </a:gs>
              <a:gs pos="27000">
                <a:srgbClr val="7EAC8D">
                  <a:alpha val="82000"/>
                </a:srgbClr>
              </a:gs>
              <a:gs pos="76000">
                <a:srgbClr val="1A6840">
                  <a:alpha val="75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文本框 21"/>
          <p:cNvSpPr txBox="1"/>
          <p:nvPr/>
        </p:nvSpPr>
        <p:spPr>
          <a:xfrm>
            <a:off x="4044950" y="2565687"/>
            <a:ext cx="4565650" cy="20746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 algn="dist" fontAlgn="auto">
              <a:lnSpc>
                <a:spcPct val="125000"/>
              </a:lnSpc>
            </a:pPr>
            <a:r>
              <a:rPr lang="zh-CN" altLang="en-US" sz="5400" dirty="0">
                <a:solidFill>
                  <a:srgbClr val="2E461C"/>
                </a:solidFill>
                <a:latin typeface="华文中宋" panose="02010600040101010101" charset="-122"/>
                <a:ea typeface="华文中宋" panose="02010600040101010101" charset="-122"/>
                <a:sym typeface="+mn-ea"/>
              </a:rPr>
              <a:t>问题初步分析</a:t>
            </a:r>
            <a:endParaRPr lang="zh-CN" altLang="en-US" sz="5400" dirty="0">
              <a:solidFill>
                <a:srgbClr val="2E461C"/>
              </a:solidFill>
              <a:latin typeface="华文中宋" panose="02010600040101010101" charset="-122"/>
              <a:ea typeface="华文中宋" panose="02010600040101010101" charset="-122"/>
              <a:sym typeface="+mn-ea"/>
            </a:endParaRPr>
          </a:p>
          <a:p>
            <a:pPr indent="0" algn="dist" fontAlgn="auto">
              <a:lnSpc>
                <a:spcPct val="125000"/>
              </a:lnSpc>
            </a:pPr>
            <a:endParaRPr lang="zh-CN" altLang="en-US" sz="5400" dirty="0">
              <a:solidFill>
                <a:srgbClr val="2E461C"/>
              </a:solidFill>
              <a:latin typeface="华文中宋" panose="02010600040101010101" charset="-122"/>
              <a:ea typeface="华文中宋" panose="02010600040101010101" charset="-122"/>
              <a:sym typeface="+mn-ea"/>
            </a:endParaRPr>
          </a:p>
        </p:txBody>
      </p:sp>
      <p:pic>
        <p:nvPicPr>
          <p:cNvPr id="4" name="图片 3" descr="带字透明底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rcRect t="29740" b="22457"/>
          <a:stretch>
            <a:fillRect/>
          </a:stretch>
        </p:blipFill>
        <p:spPr>
          <a:xfrm>
            <a:off x="9144000" y="103505"/>
            <a:ext cx="3048000" cy="746125"/>
          </a:xfrm>
          <a:prstGeom prst="rect">
            <a:avLst/>
          </a:prstGeom>
        </p:spPr>
      </p:pic>
      <p:sp>
        <p:nvSpPr>
          <p:cNvPr id="13" name="椭圆 12"/>
          <p:cNvSpPr/>
          <p:nvPr/>
        </p:nvSpPr>
        <p:spPr>
          <a:xfrm>
            <a:off x="2021840" y="2267585"/>
            <a:ext cx="1786890" cy="1823720"/>
          </a:xfrm>
          <a:prstGeom prst="ellipse">
            <a:avLst/>
          </a:prstGeom>
          <a:solidFill>
            <a:schemeClr val="bg1"/>
          </a:solidFill>
          <a:ln>
            <a:gradFill>
              <a:gsLst>
                <a:gs pos="0">
                  <a:schemeClr val="accent6">
                    <a:lumMod val="40000"/>
                    <a:lumOff val="60000"/>
                  </a:schemeClr>
                </a:gs>
                <a:gs pos="100000">
                  <a:schemeClr val="accent6">
                    <a:lumMod val="50000"/>
                  </a:schemeClr>
                </a:gs>
              </a:gsLst>
              <a:lin ang="5400000" scaled="1"/>
            </a:gradFill>
          </a:ln>
          <a:effectLst>
            <a:outerShdw blurRad="50800" dist="38100" dir="2700000" algn="tl" rotWithShape="0">
              <a:prstClr val="black">
                <a:alpha val="1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/>
          <p:cNvSpPr txBox="1"/>
          <p:nvPr/>
        </p:nvSpPr>
        <p:spPr>
          <a:xfrm>
            <a:off x="2207895" y="2518410"/>
            <a:ext cx="1384300" cy="13220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8000" b="1">
                <a:solidFill>
                  <a:srgbClr val="2E461C"/>
                </a:solidFill>
                <a:latin typeface="华文中宋" panose="02010600040101010101" charset="-122"/>
                <a:ea typeface="华文中宋" panose="02010600040101010101" charset="-122"/>
              </a:rPr>
              <a:t>1</a:t>
            </a:r>
            <a:endParaRPr lang="en-US" altLang="zh-CN" sz="8000" b="1">
              <a:solidFill>
                <a:srgbClr val="2E461C"/>
              </a:solidFill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>
        <p159:morph option="byObject"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对角圆角矩形 1"/>
          <p:cNvSpPr/>
          <p:nvPr>
            <p:custDataLst>
              <p:tags r:id="rId1"/>
            </p:custDataLst>
          </p:nvPr>
        </p:nvSpPr>
        <p:spPr>
          <a:xfrm>
            <a:off x="-397323" y="292"/>
            <a:ext cx="13160188" cy="956889"/>
          </a:xfrm>
          <a:prstGeom prst="round2DiagRect">
            <a:avLst>
              <a:gd name="adj1" fmla="val 50000"/>
              <a:gd name="adj2" fmla="val 0"/>
            </a:avLst>
          </a:prstGeom>
          <a:gradFill>
            <a:gsLst>
              <a:gs pos="0">
                <a:srgbClr val="5D9D72">
                  <a:alpha val="100000"/>
                </a:srgbClr>
              </a:gs>
              <a:gs pos="49000">
                <a:srgbClr val="6EA844"/>
              </a:gs>
              <a:gs pos="100000">
                <a:srgbClr val="1D7546"/>
              </a:gs>
            </a:gsLst>
            <a:lin ang="10800000" scaled="0"/>
          </a:gradFill>
          <a:ln>
            <a:noFill/>
          </a:ln>
          <a:effectLst>
            <a:outerShdw blurRad="50800" dist="38100" dir="2700000" algn="tl" rotWithShape="0">
              <a:prstClr val="black">
                <a:alpha val="2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3" name="图片 2" descr="带字透明底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rcRect t="29740" b="22457"/>
          <a:stretch>
            <a:fillRect/>
          </a:stretch>
        </p:blipFill>
        <p:spPr>
          <a:xfrm>
            <a:off x="9144000" y="103505"/>
            <a:ext cx="3048000" cy="746125"/>
          </a:xfrm>
          <a:prstGeom prst="rect">
            <a:avLst/>
          </a:prstGeom>
        </p:spPr>
      </p:pic>
      <p:sp>
        <p:nvSpPr>
          <p:cNvPr id="11" name="文本框 10"/>
          <p:cNvSpPr txBox="1"/>
          <p:nvPr>
            <p:custDataLst>
              <p:tags r:id="rId4"/>
            </p:custDataLst>
          </p:nvPr>
        </p:nvSpPr>
        <p:spPr>
          <a:xfrm>
            <a:off x="324485" y="173990"/>
            <a:ext cx="5264785" cy="6756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800" spc="100" dirty="0">
                <a:solidFill>
                  <a:schemeClr val="bg1"/>
                </a:solidFill>
                <a:uFillTx/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1.</a:t>
            </a:r>
            <a:r>
              <a:rPr lang="zh-CN" altLang="en-US" sz="3800" spc="100" dirty="0">
                <a:solidFill>
                  <a:schemeClr val="bg1"/>
                </a:solidFill>
                <a:uFillTx/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问题初步分析</a:t>
            </a:r>
            <a:endParaRPr lang="zh-CN" altLang="en-US" sz="3800" spc="100" dirty="0">
              <a:solidFill>
                <a:schemeClr val="bg1"/>
              </a:solidFill>
              <a:uFillTx/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19" name="任意多边形: 形状 3"/>
          <p:cNvSpPr/>
          <p:nvPr/>
        </p:nvSpPr>
        <p:spPr>
          <a:xfrm>
            <a:off x="-497205" y="-2540"/>
            <a:ext cx="984250" cy="959485"/>
          </a:xfrm>
          <a:custGeom>
            <a:avLst/>
            <a:gdLst>
              <a:gd name="connsiteX0" fmla="*/ 365592 w 719551"/>
              <a:gd name="connsiteY0" fmla="*/ 49251 h 694328"/>
              <a:gd name="connsiteX1" fmla="*/ 383631 w 719551"/>
              <a:gd name="connsiteY1" fmla="*/ 88893 h 694328"/>
              <a:gd name="connsiteX2" fmla="*/ 371605 w 719551"/>
              <a:gd name="connsiteY2" fmla="*/ 228239 h 694328"/>
              <a:gd name="connsiteX3" fmla="*/ 364390 w 719551"/>
              <a:gd name="connsiteY3" fmla="*/ 245057 h 694328"/>
              <a:gd name="connsiteX4" fmla="*/ 333122 w 719551"/>
              <a:gd name="connsiteY4" fmla="*/ 103308 h 694328"/>
              <a:gd name="connsiteX5" fmla="*/ 365592 w 719551"/>
              <a:gd name="connsiteY5" fmla="*/ 49251 h 694328"/>
              <a:gd name="connsiteX6" fmla="*/ 359579 w 719551"/>
              <a:gd name="connsiteY6" fmla="*/ 0 h 694328"/>
              <a:gd name="connsiteX7" fmla="*/ 691893 w 719551"/>
              <a:gd name="connsiteY7" fmla="*/ 220450 h 694328"/>
              <a:gd name="connsiteX8" fmla="*/ 712525 w 719551"/>
              <a:gd name="connsiteY8" fmla="*/ 286472 h 694328"/>
              <a:gd name="connsiteX9" fmla="*/ 719551 w 719551"/>
              <a:gd name="connsiteY9" fmla="*/ 356173 h 694328"/>
              <a:gd name="connsiteX10" fmla="*/ 712152 w 719551"/>
              <a:gd name="connsiteY10" fmla="*/ 429569 h 694328"/>
              <a:gd name="connsiteX11" fmla="*/ 694106 w 719551"/>
              <a:gd name="connsiteY11" fmla="*/ 487706 h 694328"/>
              <a:gd name="connsiteX12" fmla="*/ 671448 w 719551"/>
              <a:gd name="connsiteY12" fmla="*/ 533826 h 694328"/>
              <a:gd name="connsiteX13" fmla="*/ 657355 w 719551"/>
              <a:gd name="connsiteY13" fmla="*/ 559790 h 694328"/>
              <a:gd name="connsiteX14" fmla="*/ 634026 w 719551"/>
              <a:gd name="connsiteY14" fmla="*/ 588066 h 694328"/>
              <a:gd name="connsiteX15" fmla="*/ 601635 w 719551"/>
              <a:gd name="connsiteY15" fmla="*/ 622971 h 694328"/>
              <a:gd name="connsiteX16" fmla="*/ 567891 w 719551"/>
              <a:gd name="connsiteY16" fmla="*/ 650812 h 694328"/>
              <a:gd name="connsiteX17" fmla="*/ 515863 w 719551"/>
              <a:gd name="connsiteY17" fmla="*/ 681565 h 694328"/>
              <a:gd name="connsiteX18" fmla="*/ 497126 w 719551"/>
              <a:gd name="connsiteY18" fmla="*/ 691735 h 694328"/>
              <a:gd name="connsiteX19" fmla="*/ 491302 w 719551"/>
              <a:gd name="connsiteY19" fmla="*/ 693543 h 694328"/>
              <a:gd name="connsiteX20" fmla="*/ 482245 w 719551"/>
              <a:gd name="connsiteY20" fmla="*/ 689523 h 694328"/>
              <a:gd name="connsiteX21" fmla="*/ 364390 w 719551"/>
              <a:gd name="connsiteY21" fmla="*/ 609038 h 694328"/>
              <a:gd name="connsiteX22" fmla="*/ 361985 w 719551"/>
              <a:gd name="connsiteY22" fmla="*/ 601831 h 694328"/>
              <a:gd name="connsiteX23" fmla="*/ 424520 w 719551"/>
              <a:gd name="connsiteY23" fmla="*/ 512938 h 694328"/>
              <a:gd name="connsiteX24" fmla="*/ 489461 w 719551"/>
              <a:gd name="connsiteY24" fmla="*/ 446868 h 694328"/>
              <a:gd name="connsiteX25" fmla="*/ 475029 w 719551"/>
              <a:gd name="connsiteY25" fmla="*/ 418038 h 694328"/>
              <a:gd name="connsiteX26" fmla="*/ 430533 w 719551"/>
              <a:gd name="connsiteY26" fmla="*/ 445667 h 694328"/>
              <a:gd name="connsiteX27" fmla="*/ 424520 w 719551"/>
              <a:gd name="connsiteY27" fmla="*/ 512938 h 694328"/>
              <a:gd name="connsiteX28" fmla="*/ 416102 w 719551"/>
              <a:gd name="connsiteY28" fmla="*/ 377195 h 694328"/>
              <a:gd name="connsiteX29" fmla="*/ 424520 w 719551"/>
              <a:gd name="connsiteY29" fmla="*/ 243855 h 694328"/>
              <a:gd name="connsiteX30" fmla="*/ 489461 w 719551"/>
              <a:gd name="connsiteY30" fmla="*/ 177786 h 694328"/>
              <a:gd name="connsiteX31" fmla="*/ 471422 w 719551"/>
              <a:gd name="connsiteY31" fmla="*/ 144151 h 694328"/>
              <a:gd name="connsiteX32" fmla="*/ 432938 w 719551"/>
              <a:gd name="connsiteY32" fmla="*/ 315931 h 694328"/>
              <a:gd name="connsiteX33" fmla="*/ 418507 w 719551"/>
              <a:gd name="connsiteY33" fmla="*/ 375994 h 694328"/>
              <a:gd name="connsiteX34" fmla="*/ 422115 w 719551"/>
              <a:gd name="connsiteY34" fmla="*/ 374793 h 694328"/>
              <a:gd name="connsiteX35" fmla="*/ 511108 w 719551"/>
              <a:gd name="connsiteY35" fmla="*/ 266679 h 694328"/>
              <a:gd name="connsiteX36" fmla="*/ 476232 w 719551"/>
              <a:gd name="connsiteY36" fmla="*/ 416837 h 694328"/>
              <a:gd name="connsiteX37" fmla="*/ 432938 w 719551"/>
              <a:gd name="connsiteY37" fmla="*/ 586214 h 694328"/>
              <a:gd name="connsiteX38" fmla="*/ 420912 w 719551"/>
              <a:gd name="connsiteY38" fmla="*/ 647479 h 694328"/>
              <a:gd name="connsiteX39" fmla="*/ 680675 w 719551"/>
              <a:gd name="connsiteY39" fmla="*/ 332749 h 694328"/>
              <a:gd name="connsiteX40" fmla="*/ 359579 w 719551"/>
              <a:gd name="connsiteY40" fmla="*/ 13214 h 694328"/>
              <a:gd name="connsiteX41" fmla="*/ 39686 w 719551"/>
              <a:gd name="connsiteY41" fmla="*/ 332749 h 694328"/>
              <a:gd name="connsiteX42" fmla="*/ 301854 w 719551"/>
              <a:gd name="connsiteY42" fmla="*/ 648680 h 694328"/>
              <a:gd name="connsiteX43" fmla="*/ 288626 w 719551"/>
              <a:gd name="connsiteY43" fmla="*/ 586214 h 694328"/>
              <a:gd name="connsiteX44" fmla="*/ 245332 w 719551"/>
              <a:gd name="connsiteY44" fmla="*/ 416837 h 694328"/>
              <a:gd name="connsiteX45" fmla="*/ 211659 w 719551"/>
              <a:gd name="connsiteY45" fmla="*/ 266679 h 694328"/>
              <a:gd name="connsiteX46" fmla="*/ 299449 w 719551"/>
              <a:gd name="connsiteY46" fmla="*/ 374793 h 694328"/>
              <a:gd name="connsiteX47" fmla="*/ 303057 w 719551"/>
              <a:gd name="connsiteY47" fmla="*/ 375994 h 694328"/>
              <a:gd name="connsiteX48" fmla="*/ 288626 w 719551"/>
              <a:gd name="connsiteY48" fmla="*/ 315931 h 694328"/>
              <a:gd name="connsiteX49" fmla="*/ 250142 w 719551"/>
              <a:gd name="connsiteY49" fmla="*/ 144151 h 694328"/>
              <a:gd name="connsiteX50" fmla="*/ 233306 w 719551"/>
              <a:gd name="connsiteY50" fmla="*/ 177786 h 694328"/>
              <a:gd name="connsiteX51" fmla="*/ 298246 w 719551"/>
              <a:gd name="connsiteY51" fmla="*/ 243855 h 694328"/>
              <a:gd name="connsiteX52" fmla="*/ 306665 w 719551"/>
              <a:gd name="connsiteY52" fmla="*/ 377195 h 694328"/>
              <a:gd name="connsiteX53" fmla="*/ 298246 w 719551"/>
              <a:gd name="connsiteY53" fmla="*/ 512938 h 694328"/>
              <a:gd name="connsiteX54" fmla="*/ 291031 w 719551"/>
              <a:gd name="connsiteY54" fmla="*/ 445667 h 694328"/>
              <a:gd name="connsiteX55" fmla="*/ 246534 w 719551"/>
              <a:gd name="connsiteY55" fmla="*/ 418038 h 694328"/>
              <a:gd name="connsiteX56" fmla="*/ 233306 w 719551"/>
              <a:gd name="connsiteY56" fmla="*/ 446868 h 694328"/>
              <a:gd name="connsiteX57" fmla="*/ 298246 w 719551"/>
              <a:gd name="connsiteY57" fmla="*/ 512938 h 694328"/>
              <a:gd name="connsiteX58" fmla="*/ 358377 w 719551"/>
              <a:gd name="connsiteY58" fmla="*/ 601831 h 694328"/>
              <a:gd name="connsiteX59" fmla="*/ 355972 w 719551"/>
              <a:gd name="connsiteY59" fmla="*/ 607837 h 694328"/>
              <a:gd name="connsiteX60" fmla="*/ 238116 w 719551"/>
              <a:gd name="connsiteY60" fmla="*/ 690724 h 694328"/>
              <a:gd name="connsiteX61" fmla="*/ 227293 w 719551"/>
              <a:gd name="connsiteY61" fmla="*/ 694328 h 694328"/>
              <a:gd name="connsiteX62" fmla="*/ 0 w 719551"/>
              <a:gd name="connsiteY62" fmla="*/ 360378 h 694328"/>
              <a:gd name="connsiteX63" fmla="*/ 359579 w 719551"/>
              <a:gd name="connsiteY63" fmla="*/ 0 h 6943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</a:cxnLst>
            <a:rect l="l" t="t" r="r" b="b"/>
            <a:pathLst>
              <a:path w="719551" h="694328">
                <a:moveTo>
                  <a:pt x="365592" y="49251"/>
                </a:moveTo>
                <a:cubicBezTo>
                  <a:pt x="365592" y="54056"/>
                  <a:pt x="383631" y="88893"/>
                  <a:pt x="383631" y="88893"/>
                </a:cubicBezTo>
                <a:cubicBezTo>
                  <a:pt x="426925" y="153761"/>
                  <a:pt x="372808" y="225837"/>
                  <a:pt x="371605" y="228239"/>
                </a:cubicBezTo>
                <a:cubicBezTo>
                  <a:pt x="369200" y="230642"/>
                  <a:pt x="364390" y="239050"/>
                  <a:pt x="364390" y="245057"/>
                </a:cubicBezTo>
                <a:cubicBezTo>
                  <a:pt x="300652" y="199409"/>
                  <a:pt x="318691" y="126132"/>
                  <a:pt x="333122" y="103308"/>
                </a:cubicBezTo>
                <a:cubicBezTo>
                  <a:pt x="348756" y="79283"/>
                  <a:pt x="365592" y="49251"/>
                  <a:pt x="365592" y="49251"/>
                </a:cubicBezTo>
                <a:close/>
                <a:moveTo>
                  <a:pt x="359579" y="0"/>
                </a:moveTo>
                <a:cubicBezTo>
                  <a:pt x="508402" y="0"/>
                  <a:pt x="636930" y="91220"/>
                  <a:pt x="691893" y="220450"/>
                </a:cubicBezTo>
                <a:lnTo>
                  <a:pt x="712525" y="286472"/>
                </a:lnTo>
                <a:lnTo>
                  <a:pt x="719551" y="356173"/>
                </a:lnTo>
                <a:cubicBezTo>
                  <a:pt x="719551" y="381315"/>
                  <a:pt x="717004" y="405861"/>
                  <a:pt x="712152" y="429569"/>
                </a:cubicBezTo>
                <a:lnTo>
                  <a:pt x="694106" y="487706"/>
                </a:lnTo>
                <a:lnTo>
                  <a:pt x="671448" y="533826"/>
                </a:lnTo>
                <a:lnTo>
                  <a:pt x="657355" y="559790"/>
                </a:lnTo>
                <a:lnTo>
                  <a:pt x="634026" y="588066"/>
                </a:lnTo>
                <a:lnTo>
                  <a:pt x="601635" y="622971"/>
                </a:lnTo>
                <a:lnTo>
                  <a:pt x="567891" y="650812"/>
                </a:lnTo>
                <a:lnTo>
                  <a:pt x="515863" y="681565"/>
                </a:lnTo>
                <a:lnTo>
                  <a:pt x="497126" y="691735"/>
                </a:lnTo>
                <a:lnTo>
                  <a:pt x="491302" y="693543"/>
                </a:lnTo>
                <a:lnTo>
                  <a:pt x="482245" y="689523"/>
                </a:lnTo>
                <a:cubicBezTo>
                  <a:pt x="430533" y="667900"/>
                  <a:pt x="378821" y="641472"/>
                  <a:pt x="364390" y="609038"/>
                </a:cubicBezTo>
                <a:cubicBezTo>
                  <a:pt x="363187" y="605435"/>
                  <a:pt x="361985" y="604233"/>
                  <a:pt x="361985" y="601831"/>
                </a:cubicBezTo>
                <a:cubicBezTo>
                  <a:pt x="353566" y="574202"/>
                  <a:pt x="375213" y="539365"/>
                  <a:pt x="424520" y="512938"/>
                </a:cubicBezTo>
                <a:cubicBezTo>
                  <a:pt x="466611" y="491315"/>
                  <a:pt x="493069" y="464887"/>
                  <a:pt x="489461" y="446868"/>
                </a:cubicBezTo>
                <a:cubicBezTo>
                  <a:pt x="485853" y="432453"/>
                  <a:pt x="479840" y="422843"/>
                  <a:pt x="475029" y="418038"/>
                </a:cubicBezTo>
                <a:cubicBezTo>
                  <a:pt x="463003" y="428849"/>
                  <a:pt x="448572" y="438460"/>
                  <a:pt x="430533" y="445667"/>
                </a:cubicBezTo>
                <a:cubicBezTo>
                  <a:pt x="384834" y="470894"/>
                  <a:pt x="424520" y="512938"/>
                  <a:pt x="424520" y="512938"/>
                </a:cubicBezTo>
                <a:cubicBezTo>
                  <a:pt x="396860" y="509334"/>
                  <a:pt x="328312" y="428849"/>
                  <a:pt x="416102" y="377195"/>
                </a:cubicBezTo>
                <a:cubicBezTo>
                  <a:pt x="386037" y="366384"/>
                  <a:pt x="335527" y="290705"/>
                  <a:pt x="424520" y="243855"/>
                </a:cubicBezTo>
                <a:cubicBezTo>
                  <a:pt x="466611" y="221032"/>
                  <a:pt x="493069" y="195805"/>
                  <a:pt x="489461" y="177786"/>
                </a:cubicBezTo>
                <a:cubicBezTo>
                  <a:pt x="484650" y="156164"/>
                  <a:pt x="471422" y="144151"/>
                  <a:pt x="471422" y="144151"/>
                </a:cubicBezTo>
                <a:cubicBezTo>
                  <a:pt x="501487" y="164572"/>
                  <a:pt x="592885" y="222233"/>
                  <a:pt x="432938" y="315931"/>
                </a:cubicBezTo>
                <a:cubicBezTo>
                  <a:pt x="394455" y="337554"/>
                  <a:pt x="411291" y="367585"/>
                  <a:pt x="418507" y="375994"/>
                </a:cubicBezTo>
                <a:cubicBezTo>
                  <a:pt x="419710" y="375994"/>
                  <a:pt x="420912" y="374793"/>
                  <a:pt x="422115" y="374793"/>
                </a:cubicBezTo>
                <a:cubicBezTo>
                  <a:pt x="518323" y="323139"/>
                  <a:pt x="511108" y="266679"/>
                  <a:pt x="511108" y="266679"/>
                </a:cubicBezTo>
                <a:cubicBezTo>
                  <a:pt x="529147" y="287101"/>
                  <a:pt x="531552" y="365183"/>
                  <a:pt x="476232" y="416837"/>
                </a:cubicBezTo>
                <a:cubicBezTo>
                  <a:pt x="509905" y="439661"/>
                  <a:pt x="584467" y="496120"/>
                  <a:pt x="432938" y="586214"/>
                </a:cubicBezTo>
                <a:cubicBezTo>
                  <a:pt x="388442" y="610240"/>
                  <a:pt x="418507" y="646277"/>
                  <a:pt x="420912" y="647479"/>
                </a:cubicBezTo>
                <a:cubicBezTo>
                  <a:pt x="568833" y="619850"/>
                  <a:pt x="680675" y="488912"/>
                  <a:pt x="680675" y="332749"/>
                </a:cubicBezTo>
                <a:cubicBezTo>
                  <a:pt x="680675" y="157365"/>
                  <a:pt x="536362" y="13214"/>
                  <a:pt x="359579" y="13214"/>
                </a:cubicBezTo>
                <a:cubicBezTo>
                  <a:pt x="182796" y="13214"/>
                  <a:pt x="39686" y="157365"/>
                  <a:pt x="39686" y="332749"/>
                </a:cubicBezTo>
                <a:cubicBezTo>
                  <a:pt x="39686" y="490114"/>
                  <a:pt x="152731" y="621051"/>
                  <a:pt x="301854" y="648680"/>
                </a:cubicBezTo>
                <a:cubicBezTo>
                  <a:pt x="301854" y="648680"/>
                  <a:pt x="334325" y="610240"/>
                  <a:pt x="288626" y="586214"/>
                </a:cubicBezTo>
                <a:cubicBezTo>
                  <a:pt x="137097" y="496120"/>
                  <a:pt x="212861" y="439661"/>
                  <a:pt x="245332" y="416837"/>
                </a:cubicBezTo>
                <a:cubicBezTo>
                  <a:pt x="190012" y="365183"/>
                  <a:pt x="193620" y="287101"/>
                  <a:pt x="211659" y="266679"/>
                </a:cubicBezTo>
                <a:cubicBezTo>
                  <a:pt x="211659" y="266679"/>
                  <a:pt x="204443" y="323139"/>
                  <a:pt x="299449" y="374793"/>
                </a:cubicBezTo>
                <a:cubicBezTo>
                  <a:pt x="300652" y="374793"/>
                  <a:pt x="301854" y="375994"/>
                  <a:pt x="303057" y="375994"/>
                </a:cubicBezTo>
                <a:cubicBezTo>
                  <a:pt x="310273" y="367585"/>
                  <a:pt x="327109" y="337554"/>
                  <a:pt x="288626" y="315931"/>
                </a:cubicBezTo>
                <a:cubicBezTo>
                  <a:pt x="128679" y="222233"/>
                  <a:pt x="220077" y="164572"/>
                  <a:pt x="250142" y="144151"/>
                </a:cubicBezTo>
                <a:cubicBezTo>
                  <a:pt x="250142" y="144151"/>
                  <a:pt x="238116" y="156164"/>
                  <a:pt x="233306" y="177786"/>
                </a:cubicBezTo>
                <a:cubicBezTo>
                  <a:pt x="228495" y="195805"/>
                  <a:pt x="254953" y="221032"/>
                  <a:pt x="298246" y="243855"/>
                </a:cubicBezTo>
                <a:cubicBezTo>
                  <a:pt x="386037" y="290705"/>
                  <a:pt x="335527" y="366384"/>
                  <a:pt x="306665" y="377195"/>
                </a:cubicBezTo>
                <a:cubicBezTo>
                  <a:pt x="393252" y="428849"/>
                  <a:pt x="325906" y="509334"/>
                  <a:pt x="298246" y="512938"/>
                </a:cubicBezTo>
                <a:cubicBezTo>
                  <a:pt x="298246" y="512938"/>
                  <a:pt x="336730" y="470894"/>
                  <a:pt x="291031" y="445667"/>
                </a:cubicBezTo>
                <a:cubicBezTo>
                  <a:pt x="272992" y="438460"/>
                  <a:pt x="258561" y="428849"/>
                  <a:pt x="246534" y="418038"/>
                </a:cubicBezTo>
                <a:cubicBezTo>
                  <a:pt x="242927" y="422843"/>
                  <a:pt x="235711" y="432453"/>
                  <a:pt x="233306" y="446868"/>
                </a:cubicBezTo>
                <a:cubicBezTo>
                  <a:pt x="228495" y="464887"/>
                  <a:pt x="254953" y="491315"/>
                  <a:pt x="298246" y="512938"/>
                </a:cubicBezTo>
                <a:cubicBezTo>
                  <a:pt x="346351" y="539365"/>
                  <a:pt x="366795" y="574202"/>
                  <a:pt x="358377" y="601831"/>
                </a:cubicBezTo>
                <a:cubicBezTo>
                  <a:pt x="357174" y="604233"/>
                  <a:pt x="357174" y="605435"/>
                  <a:pt x="355972" y="607837"/>
                </a:cubicBezTo>
                <a:cubicBezTo>
                  <a:pt x="341540" y="641472"/>
                  <a:pt x="291031" y="667900"/>
                  <a:pt x="238116" y="690724"/>
                </a:cubicBezTo>
                <a:cubicBezTo>
                  <a:pt x="234508" y="691925"/>
                  <a:pt x="230901" y="693127"/>
                  <a:pt x="227293" y="694328"/>
                </a:cubicBezTo>
                <a:cubicBezTo>
                  <a:pt x="93804" y="641472"/>
                  <a:pt x="0" y="511736"/>
                  <a:pt x="0" y="360378"/>
                </a:cubicBezTo>
                <a:cubicBezTo>
                  <a:pt x="0" y="162170"/>
                  <a:pt x="161149" y="0"/>
                  <a:pt x="359579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4">
                  <a:lumMod val="50000"/>
                </a:schemeClr>
              </a:gs>
              <a:gs pos="42000">
                <a:srgbClr val="FFC000"/>
              </a:gs>
              <a:gs pos="74000">
                <a:schemeClr val="accent4">
                  <a:lumMod val="50000"/>
                </a:schemeClr>
              </a:gs>
              <a:gs pos="93000">
                <a:schemeClr val="accent4">
                  <a:lumMod val="75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6" name="直接连接符 5"/>
          <p:cNvCxnSpPr/>
          <p:nvPr/>
        </p:nvCxnSpPr>
        <p:spPr>
          <a:xfrm>
            <a:off x="567690" y="1517015"/>
            <a:ext cx="1336737" cy="0"/>
          </a:xfrm>
          <a:prstGeom prst="line">
            <a:avLst/>
          </a:prstGeom>
          <a:ln w="31750">
            <a:gradFill>
              <a:gsLst>
                <a:gs pos="0">
                  <a:schemeClr val="accent1">
                    <a:hueOff val="-4200000"/>
                  </a:schemeClr>
                </a:gs>
                <a:gs pos="100000">
                  <a:schemeClr val="accent1"/>
                </a:gs>
              </a:gsLst>
            </a:gra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8" name="文本框 7"/>
          <p:cNvSpPr txBox="1"/>
          <p:nvPr/>
        </p:nvSpPr>
        <p:spPr>
          <a:xfrm>
            <a:off x="487045" y="925830"/>
            <a:ext cx="1750060" cy="51498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marL="0" indent="0" algn="just" defTabSz="26670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800" dirty="0">
                <a:solidFill>
                  <a:srgbClr val="0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问题简介</a:t>
            </a:r>
            <a:endParaRPr lang="zh-CN" altLang="en-US" sz="2800" dirty="0">
              <a:solidFill>
                <a:srgbClr val="000000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487045" y="2410859"/>
            <a:ext cx="10866755" cy="3945255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marL="0" indent="0" algn="just" defTabSz="26670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 dirty="0">
                <a:solidFill>
                  <a:srgbClr val="0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		</a:t>
            </a:r>
            <a:r>
              <a:rPr lang="zh-CN" altLang="en-US" sz="2400" dirty="0">
                <a:solidFill>
                  <a:srgbClr val="0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学习网络套接字编程、</a:t>
            </a:r>
            <a:r>
              <a:rPr lang="en-US" altLang="zh-CN" sz="2400" dirty="0">
                <a:solidFill>
                  <a:srgbClr val="0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HTTP</a:t>
            </a:r>
            <a:r>
              <a:rPr lang="zh-CN" altLang="en-US" sz="2400" dirty="0">
                <a:solidFill>
                  <a:srgbClr val="0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协议、</a:t>
            </a:r>
            <a:r>
              <a:rPr lang="en-US" altLang="zh-CN" sz="2400" dirty="0">
                <a:solidFill>
                  <a:srgbClr val="0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Web</a:t>
            </a:r>
            <a:r>
              <a:rPr lang="zh-CN" altLang="en-US" sz="2400" dirty="0">
                <a:solidFill>
                  <a:srgbClr val="0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服务器等知识；设计一简单</a:t>
            </a:r>
            <a:r>
              <a:rPr lang="en-US" altLang="zh-CN" sz="2400" dirty="0">
                <a:solidFill>
                  <a:srgbClr val="0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Web</a:t>
            </a:r>
            <a:r>
              <a:rPr lang="zh-CN" altLang="en-US" sz="2400" dirty="0">
                <a:solidFill>
                  <a:srgbClr val="0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服务器，提供</a:t>
            </a:r>
            <a:r>
              <a:rPr lang="zh-CN" altLang="en-US" sz="2400" dirty="0">
                <a:solidFill>
                  <a:srgbClr val="FF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静态网页浏览服务</a:t>
            </a:r>
            <a:r>
              <a:rPr lang="zh-CN" altLang="en-US" sz="2400" dirty="0">
                <a:solidFill>
                  <a:srgbClr val="0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功能；</a:t>
            </a:r>
            <a:r>
              <a:rPr lang="en-US" altLang="zh-CN" sz="2400" dirty="0">
                <a:solidFill>
                  <a:srgbClr val="0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Web</a:t>
            </a:r>
            <a:r>
              <a:rPr lang="zh-CN" altLang="en-US" sz="2400" dirty="0">
                <a:solidFill>
                  <a:srgbClr val="0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服务器</a:t>
            </a:r>
            <a:r>
              <a:rPr lang="zh-CN" altLang="en-US" sz="2400" dirty="0">
                <a:solidFill>
                  <a:srgbClr val="FF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可配置参数</a:t>
            </a:r>
            <a:r>
              <a:rPr lang="zh-CN" altLang="en-US" sz="2400" dirty="0">
                <a:solidFill>
                  <a:srgbClr val="0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有主目录、首页文件名、</a:t>
            </a:r>
            <a:r>
              <a:rPr lang="en-US" altLang="zh-CN" sz="2400" dirty="0">
                <a:solidFill>
                  <a:srgbClr val="0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HTTP</a:t>
            </a:r>
            <a:r>
              <a:rPr lang="zh-CN" altLang="en-US" sz="2400" dirty="0">
                <a:solidFill>
                  <a:srgbClr val="0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端口号等项。</a:t>
            </a:r>
            <a:endParaRPr lang="en-US" altLang="zh-CN" sz="2400" dirty="0">
              <a:solidFill>
                <a:srgbClr val="000000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>
        <p159:morph option="byObject"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对角圆角矩形 1"/>
          <p:cNvSpPr/>
          <p:nvPr>
            <p:custDataLst>
              <p:tags r:id="rId1"/>
            </p:custDataLst>
          </p:nvPr>
        </p:nvSpPr>
        <p:spPr>
          <a:xfrm>
            <a:off x="-397323" y="292"/>
            <a:ext cx="13160188" cy="956889"/>
          </a:xfrm>
          <a:prstGeom prst="round2DiagRect">
            <a:avLst>
              <a:gd name="adj1" fmla="val 50000"/>
              <a:gd name="adj2" fmla="val 0"/>
            </a:avLst>
          </a:prstGeom>
          <a:gradFill>
            <a:gsLst>
              <a:gs pos="0">
                <a:srgbClr val="5D9D72">
                  <a:alpha val="100000"/>
                </a:srgbClr>
              </a:gs>
              <a:gs pos="49000">
                <a:srgbClr val="6EA844"/>
              </a:gs>
              <a:gs pos="100000">
                <a:srgbClr val="1D7546"/>
              </a:gs>
            </a:gsLst>
            <a:lin ang="10800000" scaled="0"/>
          </a:gradFill>
          <a:ln>
            <a:noFill/>
          </a:ln>
          <a:effectLst>
            <a:outerShdw blurRad="50800" dist="38100" dir="2700000" algn="tl" rotWithShape="0">
              <a:prstClr val="black">
                <a:alpha val="2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3" name="图片 2" descr="带字透明底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rcRect t="29740" b="22457"/>
          <a:stretch>
            <a:fillRect/>
          </a:stretch>
        </p:blipFill>
        <p:spPr>
          <a:xfrm>
            <a:off x="9144000" y="103505"/>
            <a:ext cx="3048000" cy="746125"/>
          </a:xfrm>
          <a:prstGeom prst="rect">
            <a:avLst/>
          </a:prstGeom>
        </p:spPr>
      </p:pic>
      <p:sp>
        <p:nvSpPr>
          <p:cNvPr id="11" name="文本框 10"/>
          <p:cNvSpPr txBox="1"/>
          <p:nvPr>
            <p:custDataLst>
              <p:tags r:id="rId4"/>
            </p:custDataLst>
          </p:nvPr>
        </p:nvSpPr>
        <p:spPr>
          <a:xfrm>
            <a:off x="324485" y="173990"/>
            <a:ext cx="5264785" cy="6756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800" spc="100" dirty="0">
                <a:solidFill>
                  <a:schemeClr val="bg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1.</a:t>
            </a:r>
            <a:r>
              <a:rPr lang="zh-CN" altLang="en-US" sz="3800" spc="100" dirty="0">
                <a:solidFill>
                  <a:schemeClr val="bg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问题初步分析</a:t>
            </a:r>
            <a:endParaRPr lang="zh-CN" altLang="en-US" sz="3800" spc="100" dirty="0">
              <a:solidFill>
                <a:schemeClr val="bg1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19" name="任意多边形: 形状 3"/>
          <p:cNvSpPr/>
          <p:nvPr/>
        </p:nvSpPr>
        <p:spPr>
          <a:xfrm>
            <a:off x="-497205" y="-2540"/>
            <a:ext cx="984250" cy="959485"/>
          </a:xfrm>
          <a:custGeom>
            <a:avLst/>
            <a:gdLst>
              <a:gd name="connsiteX0" fmla="*/ 365592 w 719551"/>
              <a:gd name="connsiteY0" fmla="*/ 49251 h 694328"/>
              <a:gd name="connsiteX1" fmla="*/ 383631 w 719551"/>
              <a:gd name="connsiteY1" fmla="*/ 88893 h 694328"/>
              <a:gd name="connsiteX2" fmla="*/ 371605 w 719551"/>
              <a:gd name="connsiteY2" fmla="*/ 228239 h 694328"/>
              <a:gd name="connsiteX3" fmla="*/ 364390 w 719551"/>
              <a:gd name="connsiteY3" fmla="*/ 245057 h 694328"/>
              <a:gd name="connsiteX4" fmla="*/ 333122 w 719551"/>
              <a:gd name="connsiteY4" fmla="*/ 103308 h 694328"/>
              <a:gd name="connsiteX5" fmla="*/ 365592 w 719551"/>
              <a:gd name="connsiteY5" fmla="*/ 49251 h 694328"/>
              <a:gd name="connsiteX6" fmla="*/ 359579 w 719551"/>
              <a:gd name="connsiteY6" fmla="*/ 0 h 694328"/>
              <a:gd name="connsiteX7" fmla="*/ 691893 w 719551"/>
              <a:gd name="connsiteY7" fmla="*/ 220450 h 694328"/>
              <a:gd name="connsiteX8" fmla="*/ 712525 w 719551"/>
              <a:gd name="connsiteY8" fmla="*/ 286472 h 694328"/>
              <a:gd name="connsiteX9" fmla="*/ 719551 w 719551"/>
              <a:gd name="connsiteY9" fmla="*/ 356173 h 694328"/>
              <a:gd name="connsiteX10" fmla="*/ 712152 w 719551"/>
              <a:gd name="connsiteY10" fmla="*/ 429569 h 694328"/>
              <a:gd name="connsiteX11" fmla="*/ 694106 w 719551"/>
              <a:gd name="connsiteY11" fmla="*/ 487706 h 694328"/>
              <a:gd name="connsiteX12" fmla="*/ 671448 w 719551"/>
              <a:gd name="connsiteY12" fmla="*/ 533826 h 694328"/>
              <a:gd name="connsiteX13" fmla="*/ 657355 w 719551"/>
              <a:gd name="connsiteY13" fmla="*/ 559790 h 694328"/>
              <a:gd name="connsiteX14" fmla="*/ 634026 w 719551"/>
              <a:gd name="connsiteY14" fmla="*/ 588066 h 694328"/>
              <a:gd name="connsiteX15" fmla="*/ 601635 w 719551"/>
              <a:gd name="connsiteY15" fmla="*/ 622971 h 694328"/>
              <a:gd name="connsiteX16" fmla="*/ 567891 w 719551"/>
              <a:gd name="connsiteY16" fmla="*/ 650812 h 694328"/>
              <a:gd name="connsiteX17" fmla="*/ 515863 w 719551"/>
              <a:gd name="connsiteY17" fmla="*/ 681565 h 694328"/>
              <a:gd name="connsiteX18" fmla="*/ 497126 w 719551"/>
              <a:gd name="connsiteY18" fmla="*/ 691735 h 694328"/>
              <a:gd name="connsiteX19" fmla="*/ 491302 w 719551"/>
              <a:gd name="connsiteY19" fmla="*/ 693543 h 694328"/>
              <a:gd name="connsiteX20" fmla="*/ 482245 w 719551"/>
              <a:gd name="connsiteY20" fmla="*/ 689523 h 694328"/>
              <a:gd name="connsiteX21" fmla="*/ 364390 w 719551"/>
              <a:gd name="connsiteY21" fmla="*/ 609038 h 694328"/>
              <a:gd name="connsiteX22" fmla="*/ 361985 w 719551"/>
              <a:gd name="connsiteY22" fmla="*/ 601831 h 694328"/>
              <a:gd name="connsiteX23" fmla="*/ 424520 w 719551"/>
              <a:gd name="connsiteY23" fmla="*/ 512938 h 694328"/>
              <a:gd name="connsiteX24" fmla="*/ 489461 w 719551"/>
              <a:gd name="connsiteY24" fmla="*/ 446868 h 694328"/>
              <a:gd name="connsiteX25" fmla="*/ 475029 w 719551"/>
              <a:gd name="connsiteY25" fmla="*/ 418038 h 694328"/>
              <a:gd name="connsiteX26" fmla="*/ 430533 w 719551"/>
              <a:gd name="connsiteY26" fmla="*/ 445667 h 694328"/>
              <a:gd name="connsiteX27" fmla="*/ 424520 w 719551"/>
              <a:gd name="connsiteY27" fmla="*/ 512938 h 694328"/>
              <a:gd name="connsiteX28" fmla="*/ 416102 w 719551"/>
              <a:gd name="connsiteY28" fmla="*/ 377195 h 694328"/>
              <a:gd name="connsiteX29" fmla="*/ 424520 w 719551"/>
              <a:gd name="connsiteY29" fmla="*/ 243855 h 694328"/>
              <a:gd name="connsiteX30" fmla="*/ 489461 w 719551"/>
              <a:gd name="connsiteY30" fmla="*/ 177786 h 694328"/>
              <a:gd name="connsiteX31" fmla="*/ 471422 w 719551"/>
              <a:gd name="connsiteY31" fmla="*/ 144151 h 694328"/>
              <a:gd name="connsiteX32" fmla="*/ 432938 w 719551"/>
              <a:gd name="connsiteY32" fmla="*/ 315931 h 694328"/>
              <a:gd name="connsiteX33" fmla="*/ 418507 w 719551"/>
              <a:gd name="connsiteY33" fmla="*/ 375994 h 694328"/>
              <a:gd name="connsiteX34" fmla="*/ 422115 w 719551"/>
              <a:gd name="connsiteY34" fmla="*/ 374793 h 694328"/>
              <a:gd name="connsiteX35" fmla="*/ 511108 w 719551"/>
              <a:gd name="connsiteY35" fmla="*/ 266679 h 694328"/>
              <a:gd name="connsiteX36" fmla="*/ 476232 w 719551"/>
              <a:gd name="connsiteY36" fmla="*/ 416837 h 694328"/>
              <a:gd name="connsiteX37" fmla="*/ 432938 w 719551"/>
              <a:gd name="connsiteY37" fmla="*/ 586214 h 694328"/>
              <a:gd name="connsiteX38" fmla="*/ 420912 w 719551"/>
              <a:gd name="connsiteY38" fmla="*/ 647479 h 694328"/>
              <a:gd name="connsiteX39" fmla="*/ 680675 w 719551"/>
              <a:gd name="connsiteY39" fmla="*/ 332749 h 694328"/>
              <a:gd name="connsiteX40" fmla="*/ 359579 w 719551"/>
              <a:gd name="connsiteY40" fmla="*/ 13214 h 694328"/>
              <a:gd name="connsiteX41" fmla="*/ 39686 w 719551"/>
              <a:gd name="connsiteY41" fmla="*/ 332749 h 694328"/>
              <a:gd name="connsiteX42" fmla="*/ 301854 w 719551"/>
              <a:gd name="connsiteY42" fmla="*/ 648680 h 694328"/>
              <a:gd name="connsiteX43" fmla="*/ 288626 w 719551"/>
              <a:gd name="connsiteY43" fmla="*/ 586214 h 694328"/>
              <a:gd name="connsiteX44" fmla="*/ 245332 w 719551"/>
              <a:gd name="connsiteY44" fmla="*/ 416837 h 694328"/>
              <a:gd name="connsiteX45" fmla="*/ 211659 w 719551"/>
              <a:gd name="connsiteY45" fmla="*/ 266679 h 694328"/>
              <a:gd name="connsiteX46" fmla="*/ 299449 w 719551"/>
              <a:gd name="connsiteY46" fmla="*/ 374793 h 694328"/>
              <a:gd name="connsiteX47" fmla="*/ 303057 w 719551"/>
              <a:gd name="connsiteY47" fmla="*/ 375994 h 694328"/>
              <a:gd name="connsiteX48" fmla="*/ 288626 w 719551"/>
              <a:gd name="connsiteY48" fmla="*/ 315931 h 694328"/>
              <a:gd name="connsiteX49" fmla="*/ 250142 w 719551"/>
              <a:gd name="connsiteY49" fmla="*/ 144151 h 694328"/>
              <a:gd name="connsiteX50" fmla="*/ 233306 w 719551"/>
              <a:gd name="connsiteY50" fmla="*/ 177786 h 694328"/>
              <a:gd name="connsiteX51" fmla="*/ 298246 w 719551"/>
              <a:gd name="connsiteY51" fmla="*/ 243855 h 694328"/>
              <a:gd name="connsiteX52" fmla="*/ 306665 w 719551"/>
              <a:gd name="connsiteY52" fmla="*/ 377195 h 694328"/>
              <a:gd name="connsiteX53" fmla="*/ 298246 w 719551"/>
              <a:gd name="connsiteY53" fmla="*/ 512938 h 694328"/>
              <a:gd name="connsiteX54" fmla="*/ 291031 w 719551"/>
              <a:gd name="connsiteY54" fmla="*/ 445667 h 694328"/>
              <a:gd name="connsiteX55" fmla="*/ 246534 w 719551"/>
              <a:gd name="connsiteY55" fmla="*/ 418038 h 694328"/>
              <a:gd name="connsiteX56" fmla="*/ 233306 w 719551"/>
              <a:gd name="connsiteY56" fmla="*/ 446868 h 694328"/>
              <a:gd name="connsiteX57" fmla="*/ 298246 w 719551"/>
              <a:gd name="connsiteY57" fmla="*/ 512938 h 694328"/>
              <a:gd name="connsiteX58" fmla="*/ 358377 w 719551"/>
              <a:gd name="connsiteY58" fmla="*/ 601831 h 694328"/>
              <a:gd name="connsiteX59" fmla="*/ 355972 w 719551"/>
              <a:gd name="connsiteY59" fmla="*/ 607837 h 694328"/>
              <a:gd name="connsiteX60" fmla="*/ 238116 w 719551"/>
              <a:gd name="connsiteY60" fmla="*/ 690724 h 694328"/>
              <a:gd name="connsiteX61" fmla="*/ 227293 w 719551"/>
              <a:gd name="connsiteY61" fmla="*/ 694328 h 694328"/>
              <a:gd name="connsiteX62" fmla="*/ 0 w 719551"/>
              <a:gd name="connsiteY62" fmla="*/ 360378 h 694328"/>
              <a:gd name="connsiteX63" fmla="*/ 359579 w 719551"/>
              <a:gd name="connsiteY63" fmla="*/ 0 h 6943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</a:cxnLst>
            <a:rect l="l" t="t" r="r" b="b"/>
            <a:pathLst>
              <a:path w="719551" h="694328">
                <a:moveTo>
                  <a:pt x="365592" y="49251"/>
                </a:moveTo>
                <a:cubicBezTo>
                  <a:pt x="365592" y="54056"/>
                  <a:pt x="383631" y="88893"/>
                  <a:pt x="383631" y="88893"/>
                </a:cubicBezTo>
                <a:cubicBezTo>
                  <a:pt x="426925" y="153761"/>
                  <a:pt x="372808" y="225837"/>
                  <a:pt x="371605" y="228239"/>
                </a:cubicBezTo>
                <a:cubicBezTo>
                  <a:pt x="369200" y="230642"/>
                  <a:pt x="364390" y="239050"/>
                  <a:pt x="364390" y="245057"/>
                </a:cubicBezTo>
                <a:cubicBezTo>
                  <a:pt x="300652" y="199409"/>
                  <a:pt x="318691" y="126132"/>
                  <a:pt x="333122" y="103308"/>
                </a:cubicBezTo>
                <a:cubicBezTo>
                  <a:pt x="348756" y="79283"/>
                  <a:pt x="365592" y="49251"/>
                  <a:pt x="365592" y="49251"/>
                </a:cubicBezTo>
                <a:close/>
                <a:moveTo>
                  <a:pt x="359579" y="0"/>
                </a:moveTo>
                <a:cubicBezTo>
                  <a:pt x="508402" y="0"/>
                  <a:pt x="636930" y="91220"/>
                  <a:pt x="691893" y="220450"/>
                </a:cubicBezTo>
                <a:lnTo>
                  <a:pt x="712525" y="286472"/>
                </a:lnTo>
                <a:lnTo>
                  <a:pt x="719551" y="356173"/>
                </a:lnTo>
                <a:cubicBezTo>
                  <a:pt x="719551" y="381315"/>
                  <a:pt x="717004" y="405861"/>
                  <a:pt x="712152" y="429569"/>
                </a:cubicBezTo>
                <a:lnTo>
                  <a:pt x="694106" y="487706"/>
                </a:lnTo>
                <a:lnTo>
                  <a:pt x="671448" y="533826"/>
                </a:lnTo>
                <a:lnTo>
                  <a:pt x="657355" y="559790"/>
                </a:lnTo>
                <a:lnTo>
                  <a:pt x="634026" y="588066"/>
                </a:lnTo>
                <a:lnTo>
                  <a:pt x="601635" y="622971"/>
                </a:lnTo>
                <a:lnTo>
                  <a:pt x="567891" y="650812"/>
                </a:lnTo>
                <a:lnTo>
                  <a:pt x="515863" y="681565"/>
                </a:lnTo>
                <a:lnTo>
                  <a:pt x="497126" y="691735"/>
                </a:lnTo>
                <a:lnTo>
                  <a:pt x="491302" y="693543"/>
                </a:lnTo>
                <a:lnTo>
                  <a:pt x="482245" y="689523"/>
                </a:lnTo>
                <a:cubicBezTo>
                  <a:pt x="430533" y="667900"/>
                  <a:pt x="378821" y="641472"/>
                  <a:pt x="364390" y="609038"/>
                </a:cubicBezTo>
                <a:cubicBezTo>
                  <a:pt x="363187" y="605435"/>
                  <a:pt x="361985" y="604233"/>
                  <a:pt x="361985" y="601831"/>
                </a:cubicBezTo>
                <a:cubicBezTo>
                  <a:pt x="353566" y="574202"/>
                  <a:pt x="375213" y="539365"/>
                  <a:pt x="424520" y="512938"/>
                </a:cubicBezTo>
                <a:cubicBezTo>
                  <a:pt x="466611" y="491315"/>
                  <a:pt x="493069" y="464887"/>
                  <a:pt x="489461" y="446868"/>
                </a:cubicBezTo>
                <a:cubicBezTo>
                  <a:pt x="485853" y="432453"/>
                  <a:pt x="479840" y="422843"/>
                  <a:pt x="475029" y="418038"/>
                </a:cubicBezTo>
                <a:cubicBezTo>
                  <a:pt x="463003" y="428849"/>
                  <a:pt x="448572" y="438460"/>
                  <a:pt x="430533" y="445667"/>
                </a:cubicBezTo>
                <a:cubicBezTo>
                  <a:pt x="384834" y="470894"/>
                  <a:pt x="424520" y="512938"/>
                  <a:pt x="424520" y="512938"/>
                </a:cubicBezTo>
                <a:cubicBezTo>
                  <a:pt x="396860" y="509334"/>
                  <a:pt x="328312" y="428849"/>
                  <a:pt x="416102" y="377195"/>
                </a:cubicBezTo>
                <a:cubicBezTo>
                  <a:pt x="386037" y="366384"/>
                  <a:pt x="335527" y="290705"/>
                  <a:pt x="424520" y="243855"/>
                </a:cubicBezTo>
                <a:cubicBezTo>
                  <a:pt x="466611" y="221032"/>
                  <a:pt x="493069" y="195805"/>
                  <a:pt x="489461" y="177786"/>
                </a:cubicBezTo>
                <a:cubicBezTo>
                  <a:pt x="484650" y="156164"/>
                  <a:pt x="471422" y="144151"/>
                  <a:pt x="471422" y="144151"/>
                </a:cubicBezTo>
                <a:cubicBezTo>
                  <a:pt x="501487" y="164572"/>
                  <a:pt x="592885" y="222233"/>
                  <a:pt x="432938" y="315931"/>
                </a:cubicBezTo>
                <a:cubicBezTo>
                  <a:pt x="394455" y="337554"/>
                  <a:pt x="411291" y="367585"/>
                  <a:pt x="418507" y="375994"/>
                </a:cubicBezTo>
                <a:cubicBezTo>
                  <a:pt x="419710" y="375994"/>
                  <a:pt x="420912" y="374793"/>
                  <a:pt x="422115" y="374793"/>
                </a:cubicBezTo>
                <a:cubicBezTo>
                  <a:pt x="518323" y="323139"/>
                  <a:pt x="511108" y="266679"/>
                  <a:pt x="511108" y="266679"/>
                </a:cubicBezTo>
                <a:cubicBezTo>
                  <a:pt x="529147" y="287101"/>
                  <a:pt x="531552" y="365183"/>
                  <a:pt x="476232" y="416837"/>
                </a:cubicBezTo>
                <a:cubicBezTo>
                  <a:pt x="509905" y="439661"/>
                  <a:pt x="584467" y="496120"/>
                  <a:pt x="432938" y="586214"/>
                </a:cubicBezTo>
                <a:cubicBezTo>
                  <a:pt x="388442" y="610240"/>
                  <a:pt x="418507" y="646277"/>
                  <a:pt x="420912" y="647479"/>
                </a:cubicBezTo>
                <a:cubicBezTo>
                  <a:pt x="568833" y="619850"/>
                  <a:pt x="680675" y="488912"/>
                  <a:pt x="680675" y="332749"/>
                </a:cubicBezTo>
                <a:cubicBezTo>
                  <a:pt x="680675" y="157365"/>
                  <a:pt x="536362" y="13214"/>
                  <a:pt x="359579" y="13214"/>
                </a:cubicBezTo>
                <a:cubicBezTo>
                  <a:pt x="182796" y="13214"/>
                  <a:pt x="39686" y="157365"/>
                  <a:pt x="39686" y="332749"/>
                </a:cubicBezTo>
                <a:cubicBezTo>
                  <a:pt x="39686" y="490114"/>
                  <a:pt x="152731" y="621051"/>
                  <a:pt x="301854" y="648680"/>
                </a:cubicBezTo>
                <a:cubicBezTo>
                  <a:pt x="301854" y="648680"/>
                  <a:pt x="334325" y="610240"/>
                  <a:pt x="288626" y="586214"/>
                </a:cubicBezTo>
                <a:cubicBezTo>
                  <a:pt x="137097" y="496120"/>
                  <a:pt x="212861" y="439661"/>
                  <a:pt x="245332" y="416837"/>
                </a:cubicBezTo>
                <a:cubicBezTo>
                  <a:pt x="190012" y="365183"/>
                  <a:pt x="193620" y="287101"/>
                  <a:pt x="211659" y="266679"/>
                </a:cubicBezTo>
                <a:cubicBezTo>
                  <a:pt x="211659" y="266679"/>
                  <a:pt x="204443" y="323139"/>
                  <a:pt x="299449" y="374793"/>
                </a:cubicBezTo>
                <a:cubicBezTo>
                  <a:pt x="300652" y="374793"/>
                  <a:pt x="301854" y="375994"/>
                  <a:pt x="303057" y="375994"/>
                </a:cubicBezTo>
                <a:cubicBezTo>
                  <a:pt x="310273" y="367585"/>
                  <a:pt x="327109" y="337554"/>
                  <a:pt x="288626" y="315931"/>
                </a:cubicBezTo>
                <a:cubicBezTo>
                  <a:pt x="128679" y="222233"/>
                  <a:pt x="220077" y="164572"/>
                  <a:pt x="250142" y="144151"/>
                </a:cubicBezTo>
                <a:cubicBezTo>
                  <a:pt x="250142" y="144151"/>
                  <a:pt x="238116" y="156164"/>
                  <a:pt x="233306" y="177786"/>
                </a:cubicBezTo>
                <a:cubicBezTo>
                  <a:pt x="228495" y="195805"/>
                  <a:pt x="254953" y="221032"/>
                  <a:pt x="298246" y="243855"/>
                </a:cubicBezTo>
                <a:cubicBezTo>
                  <a:pt x="386037" y="290705"/>
                  <a:pt x="335527" y="366384"/>
                  <a:pt x="306665" y="377195"/>
                </a:cubicBezTo>
                <a:cubicBezTo>
                  <a:pt x="393252" y="428849"/>
                  <a:pt x="325906" y="509334"/>
                  <a:pt x="298246" y="512938"/>
                </a:cubicBezTo>
                <a:cubicBezTo>
                  <a:pt x="298246" y="512938"/>
                  <a:pt x="336730" y="470894"/>
                  <a:pt x="291031" y="445667"/>
                </a:cubicBezTo>
                <a:cubicBezTo>
                  <a:pt x="272992" y="438460"/>
                  <a:pt x="258561" y="428849"/>
                  <a:pt x="246534" y="418038"/>
                </a:cubicBezTo>
                <a:cubicBezTo>
                  <a:pt x="242927" y="422843"/>
                  <a:pt x="235711" y="432453"/>
                  <a:pt x="233306" y="446868"/>
                </a:cubicBezTo>
                <a:cubicBezTo>
                  <a:pt x="228495" y="464887"/>
                  <a:pt x="254953" y="491315"/>
                  <a:pt x="298246" y="512938"/>
                </a:cubicBezTo>
                <a:cubicBezTo>
                  <a:pt x="346351" y="539365"/>
                  <a:pt x="366795" y="574202"/>
                  <a:pt x="358377" y="601831"/>
                </a:cubicBezTo>
                <a:cubicBezTo>
                  <a:pt x="357174" y="604233"/>
                  <a:pt x="357174" y="605435"/>
                  <a:pt x="355972" y="607837"/>
                </a:cubicBezTo>
                <a:cubicBezTo>
                  <a:pt x="341540" y="641472"/>
                  <a:pt x="291031" y="667900"/>
                  <a:pt x="238116" y="690724"/>
                </a:cubicBezTo>
                <a:cubicBezTo>
                  <a:pt x="234508" y="691925"/>
                  <a:pt x="230901" y="693127"/>
                  <a:pt x="227293" y="694328"/>
                </a:cubicBezTo>
                <a:cubicBezTo>
                  <a:pt x="93804" y="641472"/>
                  <a:pt x="0" y="511736"/>
                  <a:pt x="0" y="360378"/>
                </a:cubicBezTo>
                <a:cubicBezTo>
                  <a:pt x="0" y="162170"/>
                  <a:pt x="161149" y="0"/>
                  <a:pt x="359579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4">
                  <a:lumMod val="50000"/>
                </a:schemeClr>
              </a:gs>
              <a:gs pos="42000">
                <a:srgbClr val="FFC000"/>
              </a:gs>
              <a:gs pos="74000">
                <a:schemeClr val="accent4">
                  <a:lumMod val="50000"/>
                </a:schemeClr>
              </a:gs>
              <a:gs pos="93000">
                <a:schemeClr val="accent4">
                  <a:lumMod val="75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487045" y="925830"/>
            <a:ext cx="3703955" cy="51498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indent="0" algn="just" defTabSz="26670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800" dirty="0">
                <a:solidFill>
                  <a:srgbClr val="0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主要功能</a:t>
            </a:r>
            <a:endParaRPr lang="zh-CN" altLang="en-US" sz="2800" dirty="0">
              <a:solidFill>
                <a:srgbClr val="000000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  <p:cxnSp>
        <p:nvCxnSpPr>
          <p:cNvPr id="6" name="直接连接符 5"/>
          <p:cNvCxnSpPr/>
          <p:nvPr/>
        </p:nvCxnSpPr>
        <p:spPr>
          <a:xfrm>
            <a:off x="567690" y="1517015"/>
            <a:ext cx="1440014" cy="0"/>
          </a:xfrm>
          <a:prstGeom prst="line">
            <a:avLst/>
          </a:prstGeom>
          <a:ln w="31750">
            <a:gradFill>
              <a:gsLst>
                <a:gs pos="0">
                  <a:schemeClr val="accent1">
                    <a:hueOff val="-4200000"/>
                  </a:schemeClr>
                </a:gs>
                <a:gs pos="100000">
                  <a:schemeClr val="accent1"/>
                </a:gs>
              </a:gsLst>
            </a:gra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7" name="组合 6"/>
          <p:cNvGrpSpPr/>
          <p:nvPr/>
        </p:nvGrpSpPr>
        <p:grpSpPr>
          <a:xfrm>
            <a:off x="3331406" y="1747955"/>
            <a:ext cx="5529188" cy="666750"/>
            <a:chOff x="816610" y="1795780"/>
            <a:chExt cx="5529188" cy="666750"/>
          </a:xfrm>
        </p:grpSpPr>
        <p:sp>
          <p:nvSpPr>
            <p:cNvPr id="64" name="文本框 63"/>
            <p:cNvSpPr txBox="1"/>
            <p:nvPr>
              <p:custDataLst>
                <p:tags r:id="rId5"/>
              </p:custDataLst>
            </p:nvPr>
          </p:nvSpPr>
          <p:spPr>
            <a:xfrm>
              <a:off x="1466850" y="1929130"/>
              <a:ext cx="4878948" cy="410210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kumimoji="1" lang="zh-CN" altLang="en-US" sz="2400" dirty="0">
                  <a:solidFill>
                    <a:schemeClr val="tx1"/>
                  </a:solidFill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rPr>
                <a:t>作为服务器基础的连接与通信</a:t>
              </a:r>
              <a:endParaRPr kumimoji="1" lang="zh-CN" altLang="en-US" sz="2400" dirty="0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endParaRPr>
            </a:p>
          </p:txBody>
        </p:sp>
        <p:sp>
          <p:nvSpPr>
            <p:cNvPr id="66" name="iconfont-11964-5737088"/>
            <p:cNvSpPr/>
            <p:nvPr>
              <p:custDataLst>
                <p:tags r:id="rId6"/>
              </p:custDataLst>
            </p:nvPr>
          </p:nvSpPr>
          <p:spPr>
            <a:xfrm>
              <a:off x="816610" y="1795780"/>
              <a:ext cx="707390" cy="666750"/>
            </a:xfrm>
            <a:custGeom>
              <a:avLst/>
              <a:gdLst>
                <a:gd name="T0" fmla="*/ 1970 w 13190"/>
                <a:gd name="T1" fmla="*/ 11220 h 12700"/>
                <a:gd name="T2" fmla="*/ 5540 w 13190"/>
                <a:gd name="T3" fmla="*/ 2580 h 12700"/>
                <a:gd name="T4" fmla="*/ 9110 w 13190"/>
                <a:gd name="T5" fmla="*/ 11220 h 12700"/>
                <a:gd name="T6" fmla="*/ 5540 w 13190"/>
                <a:gd name="T7" fmla="*/ 2970 h 12700"/>
                <a:gd name="T8" fmla="*/ 2250 w 13190"/>
                <a:gd name="T9" fmla="*/ 10930 h 12700"/>
                <a:gd name="T10" fmla="*/ 8830 w 13190"/>
                <a:gd name="T11" fmla="*/ 10930 h 12700"/>
                <a:gd name="T12" fmla="*/ 5540 w 13190"/>
                <a:gd name="T13" fmla="*/ 2970 h 12700"/>
                <a:gd name="T14" fmla="*/ 3250 w 13190"/>
                <a:gd name="T15" fmla="*/ 9940 h 12700"/>
                <a:gd name="T16" fmla="*/ 5540 w 13190"/>
                <a:gd name="T17" fmla="*/ 4390 h 12700"/>
                <a:gd name="T18" fmla="*/ 7830 w 13190"/>
                <a:gd name="T19" fmla="*/ 9940 h 12700"/>
                <a:gd name="T20" fmla="*/ 5540 w 13190"/>
                <a:gd name="T21" fmla="*/ 4580 h 12700"/>
                <a:gd name="T22" fmla="*/ 3390 w 13190"/>
                <a:gd name="T23" fmla="*/ 9790 h 12700"/>
                <a:gd name="T24" fmla="*/ 7690 w 13190"/>
                <a:gd name="T25" fmla="*/ 9790 h 12700"/>
                <a:gd name="T26" fmla="*/ 5540 w 13190"/>
                <a:gd name="T27" fmla="*/ 4580 h 12700"/>
                <a:gd name="T28" fmla="*/ 4510 w 13190"/>
                <a:gd name="T29" fmla="*/ 8670 h 12700"/>
                <a:gd name="T30" fmla="*/ 5540 w 13190"/>
                <a:gd name="T31" fmla="*/ 6170 h 12700"/>
                <a:gd name="T32" fmla="*/ 6570 w 13190"/>
                <a:gd name="T33" fmla="*/ 8670 h 12700"/>
                <a:gd name="T34" fmla="*/ 5540 w 13190"/>
                <a:gd name="T35" fmla="*/ 6370 h 12700"/>
                <a:gd name="T36" fmla="*/ 4650 w 13190"/>
                <a:gd name="T37" fmla="*/ 8530 h 12700"/>
                <a:gd name="T38" fmla="*/ 6430 w 13190"/>
                <a:gd name="T39" fmla="*/ 8530 h 12700"/>
                <a:gd name="T40" fmla="*/ 5540 w 13190"/>
                <a:gd name="T41" fmla="*/ 6370 h 12700"/>
                <a:gd name="T42" fmla="*/ 5400 w 13190"/>
                <a:gd name="T43" fmla="*/ 7810 h 12700"/>
                <a:gd name="T44" fmla="*/ 10240 w 13190"/>
                <a:gd name="T45" fmla="*/ 2680 h 12700"/>
                <a:gd name="T46" fmla="*/ 10520 w 13190"/>
                <a:gd name="T47" fmla="*/ 2960 h 12700"/>
                <a:gd name="T48" fmla="*/ 5540 w 13190"/>
                <a:gd name="T49" fmla="*/ 7870 h 12700"/>
                <a:gd name="T50" fmla="*/ 10150 w 13190"/>
                <a:gd name="T51" fmla="*/ 3210 h 12700"/>
                <a:gd name="T52" fmla="*/ 9520 w 13190"/>
                <a:gd name="T53" fmla="*/ 1820 h 12700"/>
                <a:gd name="T54" fmla="*/ 11100 w 13190"/>
                <a:gd name="T55" fmla="*/ 70 h 12700"/>
                <a:gd name="T56" fmla="*/ 11430 w 13190"/>
                <a:gd name="T57" fmla="*/ 140 h 12700"/>
                <a:gd name="T58" fmla="*/ 11860 w 13190"/>
                <a:gd name="T59" fmla="*/ 1620 h 12700"/>
                <a:gd name="T60" fmla="*/ 10190 w 13190"/>
                <a:gd name="T61" fmla="*/ 3210 h 12700"/>
                <a:gd name="T62" fmla="*/ 10270 w 13190"/>
                <a:gd name="T63" fmla="*/ 2650 h 12700"/>
                <a:gd name="T64" fmla="*/ 11160 w 13190"/>
                <a:gd name="T65" fmla="*/ 570 h 12700"/>
                <a:gd name="T66" fmla="*/ 11460 w 13190"/>
                <a:gd name="T67" fmla="*/ 3690 h 12700"/>
                <a:gd name="T68" fmla="*/ 10120 w 13190"/>
                <a:gd name="T69" fmla="*/ 3200 h 12700"/>
                <a:gd name="T70" fmla="*/ 10050 w 13190"/>
                <a:gd name="T71" fmla="*/ 2880 h 12700"/>
                <a:gd name="T72" fmla="*/ 11790 w 13190"/>
                <a:gd name="T73" fmla="*/ 1290 h 12700"/>
                <a:gd name="T74" fmla="*/ 13180 w 13190"/>
                <a:gd name="T75" fmla="*/ 1910 h 12700"/>
                <a:gd name="T76" fmla="*/ 11600 w 13190"/>
                <a:gd name="T77" fmla="*/ 3630 h 12700"/>
                <a:gd name="T78" fmla="*/ 10550 w 13190"/>
                <a:gd name="T79" fmla="*/ 2930 h 12700"/>
                <a:gd name="T80" fmla="*/ 12630 w 13190"/>
                <a:gd name="T81" fmla="*/ 2030 h 12700"/>
                <a:gd name="T82" fmla="*/ 10550 w 13190"/>
                <a:gd name="T83" fmla="*/ 2930 h 127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13190" h="12700">
                  <a:moveTo>
                    <a:pt x="5540" y="12700"/>
                  </a:moveTo>
                  <a:cubicBezTo>
                    <a:pt x="4190" y="12700"/>
                    <a:pt x="2920" y="12170"/>
                    <a:pt x="1970" y="11220"/>
                  </a:cubicBezTo>
                  <a:cubicBezTo>
                    <a:pt x="0" y="9250"/>
                    <a:pt x="0" y="6030"/>
                    <a:pt x="1970" y="4060"/>
                  </a:cubicBezTo>
                  <a:cubicBezTo>
                    <a:pt x="2920" y="3100"/>
                    <a:pt x="4190" y="2580"/>
                    <a:pt x="5540" y="2580"/>
                  </a:cubicBezTo>
                  <a:cubicBezTo>
                    <a:pt x="6890" y="2580"/>
                    <a:pt x="8160" y="3110"/>
                    <a:pt x="9110" y="4060"/>
                  </a:cubicBezTo>
                  <a:cubicBezTo>
                    <a:pt x="11080" y="6030"/>
                    <a:pt x="11080" y="9250"/>
                    <a:pt x="9110" y="11220"/>
                  </a:cubicBezTo>
                  <a:cubicBezTo>
                    <a:pt x="8160" y="12170"/>
                    <a:pt x="6890" y="12700"/>
                    <a:pt x="5540" y="12700"/>
                  </a:cubicBezTo>
                  <a:close/>
                  <a:moveTo>
                    <a:pt x="5540" y="2970"/>
                  </a:moveTo>
                  <a:cubicBezTo>
                    <a:pt x="4300" y="2970"/>
                    <a:pt x="3130" y="3460"/>
                    <a:pt x="2250" y="4340"/>
                  </a:cubicBezTo>
                  <a:cubicBezTo>
                    <a:pt x="440" y="6160"/>
                    <a:pt x="440" y="9120"/>
                    <a:pt x="2250" y="10930"/>
                  </a:cubicBezTo>
                  <a:cubicBezTo>
                    <a:pt x="3130" y="11810"/>
                    <a:pt x="4300" y="12300"/>
                    <a:pt x="5540" y="12300"/>
                  </a:cubicBezTo>
                  <a:cubicBezTo>
                    <a:pt x="6780" y="12300"/>
                    <a:pt x="7950" y="11810"/>
                    <a:pt x="8830" y="10930"/>
                  </a:cubicBezTo>
                  <a:cubicBezTo>
                    <a:pt x="10640" y="9110"/>
                    <a:pt x="10640" y="6150"/>
                    <a:pt x="8830" y="4330"/>
                  </a:cubicBezTo>
                  <a:cubicBezTo>
                    <a:pt x="7950" y="3460"/>
                    <a:pt x="6780" y="2970"/>
                    <a:pt x="5540" y="2970"/>
                  </a:cubicBezTo>
                  <a:close/>
                  <a:moveTo>
                    <a:pt x="5540" y="10890"/>
                  </a:moveTo>
                  <a:cubicBezTo>
                    <a:pt x="4670" y="10890"/>
                    <a:pt x="3860" y="10550"/>
                    <a:pt x="3250" y="9940"/>
                  </a:cubicBezTo>
                  <a:cubicBezTo>
                    <a:pt x="1980" y="8670"/>
                    <a:pt x="1980" y="6610"/>
                    <a:pt x="3250" y="5340"/>
                  </a:cubicBezTo>
                  <a:cubicBezTo>
                    <a:pt x="3860" y="4730"/>
                    <a:pt x="4680" y="4390"/>
                    <a:pt x="5540" y="4390"/>
                  </a:cubicBezTo>
                  <a:cubicBezTo>
                    <a:pt x="6410" y="4390"/>
                    <a:pt x="7220" y="4730"/>
                    <a:pt x="7830" y="5340"/>
                  </a:cubicBezTo>
                  <a:cubicBezTo>
                    <a:pt x="9100" y="6610"/>
                    <a:pt x="9100" y="8670"/>
                    <a:pt x="7830" y="9940"/>
                  </a:cubicBezTo>
                  <a:cubicBezTo>
                    <a:pt x="7220" y="10550"/>
                    <a:pt x="6410" y="10890"/>
                    <a:pt x="5540" y="10890"/>
                  </a:cubicBezTo>
                  <a:close/>
                  <a:moveTo>
                    <a:pt x="5540" y="4580"/>
                  </a:moveTo>
                  <a:cubicBezTo>
                    <a:pt x="4730" y="4580"/>
                    <a:pt x="3960" y="4900"/>
                    <a:pt x="3390" y="5470"/>
                  </a:cubicBezTo>
                  <a:cubicBezTo>
                    <a:pt x="2200" y="6660"/>
                    <a:pt x="2200" y="8600"/>
                    <a:pt x="3390" y="9790"/>
                  </a:cubicBezTo>
                  <a:cubicBezTo>
                    <a:pt x="3970" y="10370"/>
                    <a:pt x="4730" y="10680"/>
                    <a:pt x="5540" y="10680"/>
                  </a:cubicBezTo>
                  <a:cubicBezTo>
                    <a:pt x="6350" y="10680"/>
                    <a:pt x="7120" y="10360"/>
                    <a:pt x="7690" y="9790"/>
                  </a:cubicBezTo>
                  <a:cubicBezTo>
                    <a:pt x="8880" y="8600"/>
                    <a:pt x="8880" y="6660"/>
                    <a:pt x="7690" y="5470"/>
                  </a:cubicBezTo>
                  <a:cubicBezTo>
                    <a:pt x="7120" y="4900"/>
                    <a:pt x="6350" y="4580"/>
                    <a:pt x="5540" y="4580"/>
                  </a:cubicBezTo>
                  <a:close/>
                  <a:moveTo>
                    <a:pt x="5540" y="9100"/>
                  </a:moveTo>
                  <a:cubicBezTo>
                    <a:pt x="5150" y="9100"/>
                    <a:pt x="4780" y="8950"/>
                    <a:pt x="4510" y="8670"/>
                  </a:cubicBezTo>
                  <a:cubicBezTo>
                    <a:pt x="3940" y="8100"/>
                    <a:pt x="3940" y="7170"/>
                    <a:pt x="4510" y="6600"/>
                  </a:cubicBezTo>
                  <a:cubicBezTo>
                    <a:pt x="4790" y="6320"/>
                    <a:pt x="5150" y="6170"/>
                    <a:pt x="5540" y="6170"/>
                  </a:cubicBezTo>
                  <a:cubicBezTo>
                    <a:pt x="5930" y="6170"/>
                    <a:pt x="6300" y="6320"/>
                    <a:pt x="6570" y="6600"/>
                  </a:cubicBezTo>
                  <a:cubicBezTo>
                    <a:pt x="7140" y="7170"/>
                    <a:pt x="7140" y="8100"/>
                    <a:pt x="6570" y="8670"/>
                  </a:cubicBezTo>
                  <a:cubicBezTo>
                    <a:pt x="6300" y="8950"/>
                    <a:pt x="5930" y="9100"/>
                    <a:pt x="5540" y="9100"/>
                  </a:cubicBezTo>
                  <a:close/>
                  <a:moveTo>
                    <a:pt x="5540" y="6370"/>
                  </a:moveTo>
                  <a:cubicBezTo>
                    <a:pt x="5200" y="6370"/>
                    <a:pt x="4890" y="6500"/>
                    <a:pt x="4650" y="6740"/>
                  </a:cubicBezTo>
                  <a:cubicBezTo>
                    <a:pt x="4160" y="7230"/>
                    <a:pt x="4160" y="8030"/>
                    <a:pt x="4650" y="8530"/>
                  </a:cubicBezTo>
                  <a:cubicBezTo>
                    <a:pt x="4890" y="8770"/>
                    <a:pt x="5200" y="8900"/>
                    <a:pt x="5540" y="8900"/>
                  </a:cubicBezTo>
                  <a:cubicBezTo>
                    <a:pt x="5880" y="8900"/>
                    <a:pt x="6190" y="8770"/>
                    <a:pt x="6430" y="8530"/>
                  </a:cubicBezTo>
                  <a:cubicBezTo>
                    <a:pt x="6920" y="8040"/>
                    <a:pt x="6920" y="7240"/>
                    <a:pt x="6430" y="6740"/>
                  </a:cubicBezTo>
                  <a:cubicBezTo>
                    <a:pt x="6190" y="6500"/>
                    <a:pt x="5880" y="6370"/>
                    <a:pt x="5540" y="6370"/>
                  </a:cubicBezTo>
                  <a:close/>
                  <a:moveTo>
                    <a:pt x="5540" y="7870"/>
                  </a:moveTo>
                  <a:cubicBezTo>
                    <a:pt x="5490" y="7870"/>
                    <a:pt x="5440" y="7850"/>
                    <a:pt x="5400" y="7810"/>
                  </a:cubicBezTo>
                  <a:cubicBezTo>
                    <a:pt x="5320" y="7730"/>
                    <a:pt x="5320" y="7610"/>
                    <a:pt x="5400" y="7530"/>
                  </a:cubicBezTo>
                  <a:lnTo>
                    <a:pt x="10240" y="2680"/>
                  </a:lnTo>
                  <a:cubicBezTo>
                    <a:pt x="10320" y="2600"/>
                    <a:pt x="10440" y="2600"/>
                    <a:pt x="10520" y="2680"/>
                  </a:cubicBezTo>
                  <a:cubicBezTo>
                    <a:pt x="10600" y="2760"/>
                    <a:pt x="10600" y="2880"/>
                    <a:pt x="10520" y="2960"/>
                  </a:cubicBezTo>
                  <a:lnTo>
                    <a:pt x="5680" y="7810"/>
                  </a:lnTo>
                  <a:cubicBezTo>
                    <a:pt x="5640" y="7850"/>
                    <a:pt x="5590" y="7870"/>
                    <a:pt x="5540" y="7870"/>
                  </a:cubicBezTo>
                  <a:close/>
                  <a:moveTo>
                    <a:pt x="10190" y="3210"/>
                  </a:moveTo>
                  <a:lnTo>
                    <a:pt x="10150" y="3210"/>
                  </a:lnTo>
                  <a:cubicBezTo>
                    <a:pt x="10080" y="3200"/>
                    <a:pt x="10030" y="3150"/>
                    <a:pt x="10000" y="3090"/>
                  </a:cubicBezTo>
                  <a:lnTo>
                    <a:pt x="9520" y="1820"/>
                  </a:lnTo>
                  <a:cubicBezTo>
                    <a:pt x="9490" y="1750"/>
                    <a:pt x="9510" y="1660"/>
                    <a:pt x="9570" y="1610"/>
                  </a:cubicBezTo>
                  <a:lnTo>
                    <a:pt x="11100" y="70"/>
                  </a:lnTo>
                  <a:cubicBezTo>
                    <a:pt x="11150" y="20"/>
                    <a:pt x="11220" y="0"/>
                    <a:pt x="11280" y="20"/>
                  </a:cubicBezTo>
                  <a:cubicBezTo>
                    <a:pt x="11350" y="30"/>
                    <a:pt x="11400" y="80"/>
                    <a:pt x="11430" y="140"/>
                  </a:cubicBezTo>
                  <a:lnTo>
                    <a:pt x="11910" y="1410"/>
                  </a:lnTo>
                  <a:cubicBezTo>
                    <a:pt x="11940" y="1480"/>
                    <a:pt x="11920" y="1570"/>
                    <a:pt x="11860" y="1620"/>
                  </a:cubicBezTo>
                  <a:lnTo>
                    <a:pt x="10330" y="3150"/>
                  </a:lnTo>
                  <a:cubicBezTo>
                    <a:pt x="10290" y="3190"/>
                    <a:pt x="10240" y="3210"/>
                    <a:pt x="10190" y="3210"/>
                  </a:cubicBezTo>
                  <a:close/>
                  <a:moveTo>
                    <a:pt x="9940" y="1790"/>
                  </a:moveTo>
                  <a:lnTo>
                    <a:pt x="10270" y="2650"/>
                  </a:lnTo>
                  <a:lnTo>
                    <a:pt x="11490" y="1430"/>
                  </a:lnTo>
                  <a:lnTo>
                    <a:pt x="11160" y="570"/>
                  </a:lnTo>
                  <a:lnTo>
                    <a:pt x="9940" y="1790"/>
                  </a:lnTo>
                  <a:close/>
                  <a:moveTo>
                    <a:pt x="11460" y="3690"/>
                  </a:moveTo>
                  <a:cubicBezTo>
                    <a:pt x="11440" y="3690"/>
                    <a:pt x="11410" y="3690"/>
                    <a:pt x="11390" y="3680"/>
                  </a:cubicBezTo>
                  <a:lnTo>
                    <a:pt x="10120" y="3200"/>
                  </a:lnTo>
                  <a:cubicBezTo>
                    <a:pt x="10060" y="3180"/>
                    <a:pt x="10010" y="3120"/>
                    <a:pt x="10000" y="3060"/>
                  </a:cubicBezTo>
                  <a:cubicBezTo>
                    <a:pt x="9990" y="2990"/>
                    <a:pt x="10010" y="2920"/>
                    <a:pt x="10050" y="2880"/>
                  </a:cubicBezTo>
                  <a:lnTo>
                    <a:pt x="11580" y="1340"/>
                  </a:lnTo>
                  <a:cubicBezTo>
                    <a:pt x="11640" y="1280"/>
                    <a:pt x="11720" y="1270"/>
                    <a:pt x="11790" y="1290"/>
                  </a:cubicBezTo>
                  <a:lnTo>
                    <a:pt x="13060" y="1770"/>
                  </a:lnTo>
                  <a:cubicBezTo>
                    <a:pt x="13120" y="1790"/>
                    <a:pt x="13170" y="1850"/>
                    <a:pt x="13180" y="1910"/>
                  </a:cubicBezTo>
                  <a:cubicBezTo>
                    <a:pt x="13190" y="1980"/>
                    <a:pt x="13170" y="2050"/>
                    <a:pt x="13130" y="2090"/>
                  </a:cubicBezTo>
                  <a:lnTo>
                    <a:pt x="11600" y="3630"/>
                  </a:lnTo>
                  <a:cubicBezTo>
                    <a:pt x="11560" y="3670"/>
                    <a:pt x="11510" y="3690"/>
                    <a:pt x="11460" y="3690"/>
                  </a:cubicBezTo>
                  <a:close/>
                  <a:moveTo>
                    <a:pt x="10550" y="2930"/>
                  </a:moveTo>
                  <a:lnTo>
                    <a:pt x="11410" y="3260"/>
                  </a:lnTo>
                  <a:lnTo>
                    <a:pt x="12630" y="2030"/>
                  </a:lnTo>
                  <a:lnTo>
                    <a:pt x="11770" y="1700"/>
                  </a:lnTo>
                  <a:lnTo>
                    <a:pt x="10550" y="2930"/>
                  </a:lnTo>
                  <a:close/>
                </a:path>
              </a:pathLst>
            </a:custGeom>
            <a:solidFill>
              <a:schemeClr val="accent6">
                <a:lumMod val="75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2" name="组合 11"/>
          <p:cNvGrpSpPr/>
          <p:nvPr/>
        </p:nvGrpSpPr>
        <p:grpSpPr>
          <a:xfrm>
            <a:off x="3331406" y="3323390"/>
            <a:ext cx="4575175" cy="666750"/>
            <a:chOff x="816610" y="3389630"/>
            <a:chExt cx="4575175" cy="666750"/>
          </a:xfrm>
        </p:grpSpPr>
        <p:sp>
          <p:nvSpPr>
            <p:cNvPr id="61" name="文本框 60"/>
            <p:cNvSpPr txBox="1"/>
            <p:nvPr>
              <p:custDataLst>
                <p:tags r:id="rId7"/>
              </p:custDataLst>
            </p:nvPr>
          </p:nvSpPr>
          <p:spPr>
            <a:xfrm>
              <a:off x="1466850" y="3525202"/>
              <a:ext cx="3924935" cy="49847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kumimoji="1" lang="zh-CN" altLang="en-US" sz="2400" dirty="0">
                  <a:solidFill>
                    <a:schemeClr val="tx1"/>
                  </a:solidFill>
                  <a:latin typeface="华文中宋" panose="02010600040101010101" charset="-122"/>
                  <a:ea typeface="华文中宋" panose="02010600040101010101" charset="-122"/>
                </a:rPr>
                <a:t>从配置文件中读取信息</a:t>
              </a:r>
              <a:endParaRPr kumimoji="1" lang="zh-CN" altLang="en-US" sz="2400" dirty="0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</a:endParaRPr>
            </a:p>
          </p:txBody>
        </p:sp>
        <p:sp>
          <p:nvSpPr>
            <p:cNvPr id="9" name="iconfont-11964-5737088"/>
            <p:cNvSpPr/>
            <p:nvPr>
              <p:custDataLst>
                <p:tags r:id="rId8"/>
              </p:custDataLst>
            </p:nvPr>
          </p:nvSpPr>
          <p:spPr>
            <a:xfrm>
              <a:off x="816610" y="3389630"/>
              <a:ext cx="707390" cy="666750"/>
            </a:xfrm>
            <a:custGeom>
              <a:avLst/>
              <a:gdLst>
                <a:gd name="T0" fmla="*/ 1970 w 13190"/>
                <a:gd name="T1" fmla="*/ 11220 h 12700"/>
                <a:gd name="T2" fmla="*/ 5540 w 13190"/>
                <a:gd name="T3" fmla="*/ 2580 h 12700"/>
                <a:gd name="T4" fmla="*/ 9110 w 13190"/>
                <a:gd name="T5" fmla="*/ 11220 h 12700"/>
                <a:gd name="T6" fmla="*/ 5540 w 13190"/>
                <a:gd name="T7" fmla="*/ 2970 h 12700"/>
                <a:gd name="T8" fmla="*/ 2250 w 13190"/>
                <a:gd name="T9" fmla="*/ 10930 h 12700"/>
                <a:gd name="T10" fmla="*/ 8830 w 13190"/>
                <a:gd name="T11" fmla="*/ 10930 h 12700"/>
                <a:gd name="T12" fmla="*/ 5540 w 13190"/>
                <a:gd name="T13" fmla="*/ 2970 h 12700"/>
                <a:gd name="T14" fmla="*/ 3250 w 13190"/>
                <a:gd name="T15" fmla="*/ 9940 h 12700"/>
                <a:gd name="T16" fmla="*/ 5540 w 13190"/>
                <a:gd name="T17" fmla="*/ 4390 h 12700"/>
                <a:gd name="T18" fmla="*/ 7830 w 13190"/>
                <a:gd name="T19" fmla="*/ 9940 h 12700"/>
                <a:gd name="T20" fmla="*/ 5540 w 13190"/>
                <a:gd name="T21" fmla="*/ 4580 h 12700"/>
                <a:gd name="T22" fmla="*/ 3390 w 13190"/>
                <a:gd name="T23" fmla="*/ 9790 h 12700"/>
                <a:gd name="T24" fmla="*/ 7690 w 13190"/>
                <a:gd name="T25" fmla="*/ 9790 h 12700"/>
                <a:gd name="T26" fmla="*/ 5540 w 13190"/>
                <a:gd name="T27" fmla="*/ 4580 h 12700"/>
                <a:gd name="T28" fmla="*/ 4510 w 13190"/>
                <a:gd name="T29" fmla="*/ 8670 h 12700"/>
                <a:gd name="T30" fmla="*/ 5540 w 13190"/>
                <a:gd name="T31" fmla="*/ 6170 h 12700"/>
                <a:gd name="T32" fmla="*/ 6570 w 13190"/>
                <a:gd name="T33" fmla="*/ 8670 h 12700"/>
                <a:gd name="T34" fmla="*/ 5540 w 13190"/>
                <a:gd name="T35" fmla="*/ 6370 h 12700"/>
                <a:gd name="T36" fmla="*/ 4650 w 13190"/>
                <a:gd name="T37" fmla="*/ 8530 h 12700"/>
                <a:gd name="T38" fmla="*/ 6430 w 13190"/>
                <a:gd name="T39" fmla="*/ 8530 h 12700"/>
                <a:gd name="T40" fmla="*/ 5540 w 13190"/>
                <a:gd name="T41" fmla="*/ 6370 h 12700"/>
                <a:gd name="T42" fmla="*/ 5400 w 13190"/>
                <a:gd name="T43" fmla="*/ 7810 h 12700"/>
                <a:gd name="T44" fmla="*/ 10240 w 13190"/>
                <a:gd name="T45" fmla="*/ 2680 h 12700"/>
                <a:gd name="T46" fmla="*/ 10520 w 13190"/>
                <a:gd name="T47" fmla="*/ 2960 h 12700"/>
                <a:gd name="T48" fmla="*/ 5540 w 13190"/>
                <a:gd name="T49" fmla="*/ 7870 h 12700"/>
                <a:gd name="T50" fmla="*/ 10150 w 13190"/>
                <a:gd name="T51" fmla="*/ 3210 h 12700"/>
                <a:gd name="T52" fmla="*/ 9520 w 13190"/>
                <a:gd name="T53" fmla="*/ 1820 h 12700"/>
                <a:gd name="T54" fmla="*/ 11100 w 13190"/>
                <a:gd name="T55" fmla="*/ 70 h 12700"/>
                <a:gd name="T56" fmla="*/ 11430 w 13190"/>
                <a:gd name="T57" fmla="*/ 140 h 12700"/>
                <a:gd name="T58" fmla="*/ 11860 w 13190"/>
                <a:gd name="T59" fmla="*/ 1620 h 12700"/>
                <a:gd name="T60" fmla="*/ 10190 w 13190"/>
                <a:gd name="T61" fmla="*/ 3210 h 12700"/>
                <a:gd name="T62" fmla="*/ 10270 w 13190"/>
                <a:gd name="T63" fmla="*/ 2650 h 12700"/>
                <a:gd name="T64" fmla="*/ 11160 w 13190"/>
                <a:gd name="T65" fmla="*/ 570 h 12700"/>
                <a:gd name="T66" fmla="*/ 11460 w 13190"/>
                <a:gd name="T67" fmla="*/ 3690 h 12700"/>
                <a:gd name="T68" fmla="*/ 10120 w 13190"/>
                <a:gd name="T69" fmla="*/ 3200 h 12700"/>
                <a:gd name="T70" fmla="*/ 10050 w 13190"/>
                <a:gd name="T71" fmla="*/ 2880 h 12700"/>
                <a:gd name="T72" fmla="*/ 11790 w 13190"/>
                <a:gd name="T73" fmla="*/ 1290 h 12700"/>
                <a:gd name="T74" fmla="*/ 13180 w 13190"/>
                <a:gd name="T75" fmla="*/ 1910 h 12700"/>
                <a:gd name="T76" fmla="*/ 11600 w 13190"/>
                <a:gd name="T77" fmla="*/ 3630 h 12700"/>
                <a:gd name="T78" fmla="*/ 10550 w 13190"/>
                <a:gd name="T79" fmla="*/ 2930 h 12700"/>
                <a:gd name="T80" fmla="*/ 12630 w 13190"/>
                <a:gd name="T81" fmla="*/ 2030 h 12700"/>
                <a:gd name="T82" fmla="*/ 10550 w 13190"/>
                <a:gd name="T83" fmla="*/ 2930 h 127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13190" h="12700">
                  <a:moveTo>
                    <a:pt x="5540" y="12700"/>
                  </a:moveTo>
                  <a:cubicBezTo>
                    <a:pt x="4190" y="12700"/>
                    <a:pt x="2920" y="12170"/>
                    <a:pt x="1970" y="11220"/>
                  </a:cubicBezTo>
                  <a:cubicBezTo>
                    <a:pt x="0" y="9250"/>
                    <a:pt x="0" y="6030"/>
                    <a:pt x="1970" y="4060"/>
                  </a:cubicBezTo>
                  <a:cubicBezTo>
                    <a:pt x="2920" y="3100"/>
                    <a:pt x="4190" y="2580"/>
                    <a:pt x="5540" y="2580"/>
                  </a:cubicBezTo>
                  <a:cubicBezTo>
                    <a:pt x="6890" y="2580"/>
                    <a:pt x="8160" y="3110"/>
                    <a:pt x="9110" y="4060"/>
                  </a:cubicBezTo>
                  <a:cubicBezTo>
                    <a:pt x="11080" y="6030"/>
                    <a:pt x="11080" y="9250"/>
                    <a:pt x="9110" y="11220"/>
                  </a:cubicBezTo>
                  <a:cubicBezTo>
                    <a:pt x="8160" y="12170"/>
                    <a:pt x="6890" y="12700"/>
                    <a:pt x="5540" y="12700"/>
                  </a:cubicBezTo>
                  <a:close/>
                  <a:moveTo>
                    <a:pt x="5540" y="2970"/>
                  </a:moveTo>
                  <a:cubicBezTo>
                    <a:pt x="4300" y="2970"/>
                    <a:pt x="3130" y="3460"/>
                    <a:pt x="2250" y="4340"/>
                  </a:cubicBezTo>
                  <a:cubicBezTo>
                    <a:pt x="440" y="6160"/>
                    <a:pt x="440" y="9120"/>
                    <a:pt x="2250" y="10930"/>
                  </a:cubicBezTo>
                  <a:cubicBezTo>
                    <a:pt x="3130" y="11810"/>
                    <a:pt x="4300" y="12300"/>
                    <a:pt x="5540" y="12300"/>
                  </a:cubicBezTo>
                  <a:cubicBezTo>
                    <a:pt x="6780" y="12300"/>
                    <a:pt x="7950" y="11810"/>
                    <a:pt x="8830" y="10930"/>
                  </a:cubicBezTo>
                  <a:cubicBezTo>
                    <a:pt x="10640" y="9110"/>
                    <a:pt x="10640" y="6150"/>
                    <a:pt x="8830" y="4330"/>
                  </a:cubicBezTo>
                  <a:cubicBezTo>
                    <a:pt x="7950" y="3460"/>
                    <a:pt x="6780" y="2970"/>
                    <a:pt x="5540" y="2970"/>
                  </a:cubicBezTo>
                  <a:close/>
                  <a:moveTo>
                    <a:pt x="5540" y="10890"/>
                  </a:moveTo>
                  <a:cubicBezTo>
                    <a:pt x="4670" y="10890"/>
                    <a:pt x="3860" y="10550"/>
                    <a:pt x="3250" y="9940"/>
                  </a:cubicBezTo>
                  <a:cubicBezTo>
                    <a:pt x="1980" y="8670"/>
                    <a:pt x="1980" y="6610"/>
                    <a:pt x="3250" y="5340"/>
                  </a:cubicBezTo>
                  <a:cubicBezTo>
                    <a:pt x="3860" y="4730"/>
                    <a:pt x="4680" y="4390"/>
                    <a:pt x="5540" y="4390"/>
                  </a:cubicBezTo>
                  <a:cubicBezTo>
                    <a:pt x="6410" y="4390"/>
                    <a:pt x="7220" y="4730"/>
                    <a:pt x="7830" y="5340"/>
                  </a:cubicBezTo>
                  <a:cubicBezTo>
                    <a:pt x="9100" y="6610"/>
                    <a:pt x="9100" y="8670"/>
                    <a:pt x="7830" y="9940"/>
                  </a:cubicBezTo>
                  <a:cubicBezTo>
                    <a:pt x="7220" y="10550"/>
                    <a:pt x="6410" y="10890"/>
                    <a:pt x="5540" y="10890"/>
                  </a:cubicBezTo>
                  <a:close/>
                  <a:moveTo>
                    <a:pt x="5540" y="4580"/>
                  </a:moveTo>
                  <a:cubicBezTo>
                    <a:pt x="4730" y="4580"/>
                    <a:pt x="3960" y="4900"/>
                    <a:pt x="3390" y="5470"/>
                  </a:cubicBezTo>
                  <a:cubicBezTo>
                    <a:pt x="2200" y="6660"/>
                    <a:pt x="2200" y="8600"/>
                    <a:pt x="3390" y="9790"/>
                  </a:cubicBezTo>
                  <a:cubicBezTo>
                    <a:pt x="3970" y="10370"/>
                    <a:pt x="4730" y="10680"/>
                    <a:pt x="5540" y="10680"/>
                  </a:cubicBezTo>
                  <a:cubicBezTo>
                    <a:pt x="6350" y="10680"/>
                    <a:pt x="7120" y="10360"/>
                    <a:pt x="7690" y="9790"/>
                  </a:cubicBezTo>
                  <a:cubicBezTo>
                    <a:pt x="8880" y="8600"/>
                    <a:pt x="8880" y="6660"/>
                    <a:pt x="7690" y="5470"/>
                  </a:cubicBezTo>
                  <a:cubicBezTo>
                    <a:pt x="7120" y="4900"/>
                    <a:pt x="6350" y="4580"/>
                    <a:pt x="5540" y="4580"/>
                  </a:cubicBezTo>
                  <a:close/>
                  <a:moveTo>
                    <a:pt x="5540" y="9100"/>
                  </a:moveTo>
                  <a:cubicBezTo>
                    <a:pt x="5150" y="9100"/>
                    <a:pt x="4780" y="8950"/>
                    <a:pt x="4510" y="8670"/>
                  </a:cubicBezTo>
                  <a:cubicBezTo>
                    <a:pt x="3940" y="8100"/>
                    <a:pt x="3940" y="7170"/>
                    <a:pt x="4510" y="6600"/>
                  </a:cubicBezTo>
                  <a:cubicBezTo>
                    <a:pt x="4790" y="6320"/>
                    <a:pt x="5150" y="6170"/>
                    <a:pt x="5540" y="6170"/>
                  </a:cubicBezTo>
                  <a:cubicBezTo>
                    <a:pt x="5930" y="6170"/>
                    <a:pt x="6300" y="6320"/>
                    <a:pt x="6570" y="6600"/>
                  </a:cubicBezTo>
                  <a:cubicBezTo>
                    <a:pt x="7140" y="7170"/>
                    <a:pt x="7140" y="8100"/>
                    <a:pt x="6570" y="8670"/>
                  </a:cubicBezTo>
                  <a:cubicBezTo>
                    <a:pt x="6300" y="8950"/>
                    <a:pt x="5930" y="9100"/>
                    <a:pt x="5540" y="9100"/>
                  </a:cubicBezTo>
                  <a:close/>
                  <a:moveTo>
                    <a:pt x="5540" y="6370"/>
                  </a:moveTo>
                  <a:cubicBezTo>
                    <a:pt x="5200" y="6370"/>
                    <a:pt x="4890" y="6500"/>
                    <a:pt x="4650" y="6740"/>
                  </a:cubicBezTo>
                  <a:cubicBezTo>
                    <a:pt x="4160" y="7230"/>
                    <a:pt x="4160" y="8030"/>
                    <a:pt x="4650" y="8530"/>
                  </a:cubicBezTo>
                  <a:cubicBezTo>
                    <a:pt x="4890" y="8770"/>
                    <a:pt x="5200" y="8900"/>
                    <a:pt x="5540" y="8900"/>
                  </a:cubicBezTo>
                  <a:cubicBezTo>
                    <a:pt x="5880" y="8900"/>
                    <a:pt x="6190" y="8770"/>
                    <a:pt x="6430" y="8530"/>
                  </a:cubicBezTo>
                  <a:cubicBezTo>
                    <a:pt x="6920" y="8040"/>
                    <a:pt x="6920" y="7240"/>
                    <a:pt x="6430" y="6740"/>
                  </a:cubicBezTo>
                  <a:cubicBezTo>
                    <a:pt x="6190" y="6500"/>
                    <a:pt x="5880" y="6370"/>
                    <a:pt x="5540" y="6370"/>
                  </a:cubicBezTo>
                  <a:close/>
                  <a:moveTo>
                    <a:pt x="5540" y="7870"/>
                  </a:moveTo>
                  <a:cubicBezTo>
                    <a:pt x="5490" y="7870"/>
                    <a:pt x="5440" y="7850"/>
                    <a:pt x="5400" y="7810"/>
                  </a:cubicBezTo>
                  <a:cubicBezTo>
                    <a:pt x="5320" y="7730"/>
                    <a:pt x="5320" y="7610"/>
                    <a:pt x="5400" y="7530"/>
                  </a:cubicBezTo>
                  <a:lnTo>
                    <a:pt x="10240" y="2680"/>
                  </a:lnTo>
                  <a:cubicBezTo>
                    <a:pt x="10320" y="2600"/>
                    <a:pt x="10440" y="2600"/>
                    <a:pt x="10520" y="2680"/>
                  </a:cubicBezTo>
                  <a:cubicBezTo>
                    <a:pt x="10600" y="2760"/>
                    <a:pt x="10600" y="2880"/>
                    <a:pt x="10520" y="2960"/>
                  </a:cubicBezTo>
                  <a:lnTo>
                    <a:pt x="5680" y="7810"/>
                  </a:lnTo>
                  <a:cubicBezTo>
                    <a:pt x="5640" y="7850"/>
                    <a:pt x="5590" y="7870"/>
                    <a:pt x="5540" y="7870"/>
                  </a:cubicBezTo>
                  <a:close/>
                  <a:moveTo>
                    <a:pt x="10190" y="3210"/>
                  </a:moveTo>
                  <a:lnTo>
                    <a:pt x="10150" y="3210"/>
                  </a:lnTo>
                  <a:cubicBezTo>
                    <a:pt x="10080" y="3200"/>
                    <a:pt x="10030" y="3150"/>
                    <a:pt x="10000" y="3090"/>
                  </a:cubicBezTo>
                  <a:lnTo>
                    <a:pt x="9520" y="1820"/>
                  </a:lnTo>
                  <a:cubicBezTo>
                    <a:pt x="9490" y="1750"/>
                    <a:pt x="9510" y="1660"/>
                    <a:pt x="9570" y="1610"/>
                  </a:cubicBezTo>
                  <a:lnTo>
                    <a:pt x="11100" y="70"/>
                  </a:lnTo>
                  <a:cubicBezTo>
                    <a:pt x="11150" y="20"/>
                    <a:pt x="11220" y="0"/>
                    <a:pt x="11280" y="20"/>
                  </a:cubicBezTo>
                  <a:cubicBezTo>
                    <a:pt x="11350" y="30"/>
                    <a:pt x="11400" y="80"/>
                    <a:pt x="11430" y="140"/>
                  </a:cubicBezTo>
                  <a:lnTo>
                    <a:pt x="11910" y="1410"/>
                  </a:lnTo>
                  <a:cubicBezTo>
                    <a:pt x="11940" y="1480"/>
                    <a:pt x="11920" y="1570"/>
                    <a:pt x="11860" y="1620"/>
                  </a:cubicBezTo>
                  <a:lnTo>
                    <a:pt x="10330" y="3150"/>
                  </a:lnTo>
                  <a:cubicBezTo>
                    <a:pt x="10290" y="3190"/>
                    <a:pt x="10240" y="3210"/>
                    <a:pt x="10190" y="3210"/>
                  </a:cubicBezTo>
                  <a:close/>
                  <a:moveTo>
                    <a:pt x="9940" y="1790"/>
                  </a:moveTo>
                  <a:lnTo>
                    <a:pt x="10270" y="2650"/>
                  </a:lnTo>
                  <a:lnTo>
                    <a:pt x="11490" y="1430"/>
                  </a:lnTo>
                  <a:lnTo>
                    <a:pt x="11160" y="570"/>
                  </a:lnTo>
                  <a:lnTo>
                    <a:pt x="9940" y="1790"/>
                  </a:lnTo>
                  <a:close/>
                  <a:moveTo>
                    <a:pt x="11460" y="3690"/>
                  </a:moveTo>
                  <a:cubicBezTo>
                    <a:pt x="11440" y="3690"/>
                    <a:pt x="11410" y="3690"/>
                    <a:pt x="11390" y="3680"/>
                  </a:cubicBezTo>
                  <a:lnTo>
                    <a:pt x="10120" y="3200"/>
                  </a:lnTo>
                  <a:cubicBezTo>
                    <a:pt x="10060" y="3180"/>
                    <a:pt x="10010" y="3120"/>
                    <a:pt x="10000" y="3060"/>
                  </a:cubicBezTo>
                  <a:cubicBezTo>
                    <a:pt x="9990" y="2990"/>
                    <a:pt x="10010" y="2920"/>
                    <a:pt x="10050" y="2880"/>
                  </a:cubicBezTo>
                  <a:lnTo>
                    <a:pt x="11580" y="1340"/>
                  </a:lnTo>
                  <a:cubicBezTo>
                    <a:pt x="11640" y="1280"/>
                    <a:pt x="11720" y="1270"/>
                    <a:pt x="11790" y="1290"/>
                  </a:cubicBezTo>
                  <a:lnTo>
                    <a:pt x="13060" y="1770"/>
                  </a:lnTo>
                  <a:cubicBezTo>
                    <a:pt x="13120" y="1790"/>
                    <a:pt x="13170" y="1850"/>
                    <a:pt x="13180" y="1910"/>
                  </a:cubicBezTo>
                  <a:cubicBezTo>
                    <a:pt x="13190" y="1980"/>
                    <a:pt x="13170" y="2050"/>
                    <a:pt x="13130" y="2090"/>
                  </a:cubicBezTo>
                  <a:lnTo>
                    <a:pt x="11600" y="3630"/>
                  </a:lnTo>
                  <a:cubicBezTo>
                    <a:pt x="11560" y="3670"/>
                    <a:pt x="11510" y="3690"/>
                    <a:pt x="11460" y="3690"/>
                  </a:cubicBezTo>
                  <a:close/>
                  <a:moveTo>
                    <a:pt x="10550" y="2930"/>
                  </a:moveTo>
                  <a:lnTo>
                    <a:pt x="11410" y="3260"/>
                  </a:lnTo>
                  <a:lnTo>
                    <a:pt x="12630" y="2030"/>
                  </a:lnTo>
                  <a:lnTo>
                    <a:pt x="11770" y="1700"/>
                  </a:lnTo>
                  <a:lnTo>
                    <a:pt x="10550" y="2930"/>
                  </a:lnTo>
                  <a:close/>
                </a:path>
              </a:pathLst>
            </a:custGeom>
            <a:solidFill>
              <a:schemeClr val="accent6">
                <a:lumMod val="75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3" name="组合 12"/>
          <p:cNvGrpSpPr/>
          <p:nvPr/>
        </p:nvGrpSpPr>
        <p:grpSpPr>
          <a:xfrm>
            <a:off x="3331406" y="4898825"/>
            <a:ext cx="6079204" cy="666750"/>
            <a:chOff x="816610" y="4946650"/>
            <a:chExt cx="6079204" cy="666750"/>
          </a:xfrm>
        </p:grpSpPr>
        <p:sp>
          <p:nvSpPr>
            <p:cNvPr id="62" name="文本框 61"/>
            <p:cNvSpPr txBox="1"/>
            <p:nvPr>
              <p:custDataLst>
                <p:tags r:id="rId9"/>
              </p:custDataLst>
            </p:nvPr>
          </p:nvSpPr>
          <p:spPr>
            <a:xfrm>
              <a:off x="1524000" y="5049192"/>
              <a:ext cx="537181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zh-CN" altLang="en-US" sz="2400" dirty="0">
                  <a:solidFill>
                    <a:schemeClr val="tx1"/>
                  </a:solidFill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rPr>
                <a:t>提供指定目录内容的浏览与文件下载</a:t>
              </a:r>
              <a:endParaRPr kumimoji="1" lang="zh-CN" altLang="en-US" sz="2400" dirty="0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endParaRPr>
            </a:p>
          </p:txBody>
        </p:sp>
        <p:sp>
          <p:nvSpPr>
            <p:cNvPr id="10" name="iconfont-11964-5737088"/>
            <p:cNvSpPr/>
            <p:nvPr>
              <p:custDataLst>
                <p:tags r:id="rId10"/>
              </p:custDataLst>
            </p:nvPr>
          </p:nvSpPr>
          <p:spPr>
            <a:xfrm>
              <a:off x="816610" y="4946650"/>
              <a:ext cx="707390" cy="666750"/>
            </a:xfrm>
            <a:custGeom>
              <a:avLst/>
              <a:gdLst>
                <a:gd name="T0" fmla="*/ 1970 w 13190"/>
                <a:gd name="T1" fmla="*/ 11220 h 12700"/>
                <a:gd name="T2" fmla="*/ 5540 w 13190"/>
                <a:gd name="T3" fmla="*/ 2580 h 12700"/>
                <a:gd name="T4" fmla="*/ 9110 w 13190"/>
                <a:gd name="T5" fmla="*/ 11220 h 12700"/>
                <a:gd name="T6" fmla="*/ 5540 w 13190"/>
                <a:gd name="T7" fmla="*/ 2970 h 12700"/>
                <a:gd name="T8" fmla="*/ 2250 w 13190"/>
                <a:gd name="T9" fmla="*/ 10930 h 12700"/>
                <a:gd name="T10" fmla="*/ 8830 w 13190"/>
                <a:gd name="T11" fmla="*/ 10930 h 12700"/>
                <a:gd name="T12" fmla="*/ 5540 w 13190"/>
                <a:gd name="T13" fmla="*/ 2970 h 12700"/>
                <a:gd name="T14" fmla="*/ 3250 w 13190"/>
                <a:gd name="T15" fmla="*/ 9940 h 12700"/>
                <a:gd name="T16" fmla="*/ 5540 w 13190"/>
                <a:gd name="T17" fmla="*/ 4390 h 12700"/>
                <a:gd name="T18" fmla="*/ 7830 w 13190"/>
                <a:gd name="T19" fmla="*/ 9940 h 12700"/>
                <a:gd name="T20" fmla="*/ 5540 w 13190"/>
                <a:gd name="T21" fmla="*/ 4580 h 12700"/>
                <a:gd name="T22" fmla="*/ 3390 w 13190"/>
                <a:gd name="T23" fmla="*/ 9790 h 12700"/>
                <a:gd name="T24" fmla="*/ 7690 w 13190"/>
                <a:gd name="T25" fmla="*/ 9790 h 12700"/>
                <a:gd name="T26" fmla="*/ 5540 w 13190"/>
                <a:gd name="T27" fmla="*/ 4580 h 12700"/>
                <a:gd name="T28" fmla="*/ 4510 w 13190"/>
                <a:gd name="T29" fmla="*/ 8670 h 12700"/>
                <a:gd name="T30" fmla="*/ 5540 w 13190"/>
                <a:gd name="T31" fmla="*/ 6170 h 12700"/>
                <a:gd name="T32" fmla="*/ 6570 w 13190"/>
                <a:gd name="T33" fmla="*/ 8670 h 12700"/>
                <a:gd name="T34" fmla="*/ 5540 w 13190"/>
                <a:gd name="T35" fmla="*/ 6370 h 12700"/>
                <a:gd name="T36" fmla="*/ 4650 w 13190"/>
                <a:gd name="T37" fmla="*/ 8530 h 12700"/>
                <a:gd name="T38" fmla="*/ 6430 w 13190"/>
                <a:gd name="T39" fmla="*/ 8530 h 12700"/>
                <a:gd name="T40" fmla="*/ 5540 w 13190"/>
                <a:gd name="T41" fmla="*/ 6370 h 12700"/>
                <a:gd name="T42" fmla="*/ 5400 w 13190"/>
                <a:gd name="T43" fmla="*/ 7810 h 12700"/>
                <a:gd name="T44" fmla="*/ 10240 w 13190"/>
                <a:gd name="T45" fmla="*/ 2680 h 12700"/>
                <a:gd name="T46" fmla="*/ 10520 w 13190"/>
                <a:gd name="T47" fmla="*/ 2960 h 12700"/>
                <a:gd name="T48" fmla="*/ 5540 w 13190"/>
                <a:gd name="T49" fmla="*/ 7870 h 12700"/>
                <a:gd name="T50" fmla="*/ 10150 w 13190"/>
                <a:gd name="T51" fmla="*/ 3210 h 12700"/>
                <a:gd name="T52" fmla="*/ 9520 w 13190"/>
                <a:gd name="T53" fmla="*/ 1820 h 12700"/>
                <a:gd name="T54" fmla="*/ 11100 w 13190"/>
                <a:gd name="T55" fmla="*/ 70 h 12700"/>
                <a:gd name="T56" fmla="*/ 11430 w 13190"/>
                <a:gd name="T57" fmla="*/ 140 h 12700"/>
                <a:gd name="T58" fmla="*/ 11860 w 13190"/>
                <a:gd name="T59" fmla="*/ 1620 h 12700"/>
                <a:gd name="T60" fmla="*/ 10190 w 13190"/>
                <a:gd name="T61" fmla="*/ 3210 h 12700"/>
                <a:gd name="T62" fmla="*/ 10270 w 13190"/>
                <a:gd name="T63" fmla="*/ 2650 h 12700"/>
                <a:gd name="T64" fmla="*/ 11160 w 13190"/>
                <a:gd name="T65" fmla="*/ 570 h 12700"/>
                <a:gd name="T66" fmla="*/ 11460 w 13190"/>
                <a:gd name="T67" fmla="*/ 3690 h 12700"/>
                <a:gd name="T68" fmla="*/ 10120 w 13190"/>
                <a:gd name="T69" fmla="*/ 3200 h 12700"/>
                <a:gd name="T70" fmla="*/ 10050 w 13190"/>
                <a:gd name="T71" fmla="*/ 2880 h 12700"/>
                <a:gd name="T72" fmla="*/ 11790 w 13190"/>
                <a:gd name="T73" fmla="*/ 1290 h 12700"/>
                <a:gd name="T74" fmla="*/ 13180 w 13190"/>
                <a:gd name="T75" fmla="*/ 1910 h 12700"/>
                <a:gd name="T76" fmla="*/ 11600 w 13190"/>
                <a:gd name="T77" fmla="*/ 3630 h 12700"/>
                <a:gd name="T78" fmla="*/ 10550 w 13190"/>
                <a:gd name="T79" fmla="*/ 2930 h 12700"/>
                <a:gd name="T80" fmla="*/ 12630 w 13190"/>
                <a:gd name="T81" fmla="*/ 2030 h 12700"/>
                <a:gd name="T82" fmla="*/ 10550 w 13190"/>
                <a:gd name="T83" fmla="*/ 2930 h 127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13190" h="12700">
                  <a:moveTo>
                    <a:pt x="5540" y="12700"/>
                  </a:moveTo>
                  <a:cubicBezTo>
                    <a:pt x="4190" y="12700"/>
                    <a:pt x="2920" y="12170"/>
                    <a:pt x="1970" y="11220"/>
                  </a:cubicBezTo>
                  <a:cubicBezTo>
                    <a:pt x="0" y="9250"/>
                    <a:pt x="0" y="6030"/>
                    <a:pt x="1970" y="4060"/>
                  </a:cubicBezTo>
                  <a:cubicBezTo>
                    <a:pt x="2920" y="3100"/>
                    <a:pt x="4190" y="2580"/>
                    <a:pt x="5540" y="2580"/>
                  </a:cubicBezTo>
                  <a:cubicBezTo>
                    <a:pt x="6890" y="2580"/>
                    <a:pt x="8160" y="3110"/>
                    <a:pt x="9110" y="4060"/>
                  </a:cubicBezTo>
                  <a:cubicBezTo>
                    <a:pt x="11080" y="6030"/>
                    <a:pt x="11080" y="9250"/>
                    <a:pt x="9110" y="11220"/>
                  </a:cubicBezTo>
                  <a:cubicBezTo>
                    <a:pt x="8160" y="12170"/>
                    <a:pt x="6890" y="12700"/>
                    <a:pt x="5540" y="12700"/>
                  </a:cubicBezTo>
                  <a:close/>
                  <a:moveTo>
                    <a:pt x="5540" y="2970"/>
                  </a:moveTo>
                  <a:cubicBezTo>
                    <a:pt x="4300" y="2970"/>
                    <a:pt x="3130" y="3460"/>
                    <a:pt x="2250" y="4340"/>
                  </a:cubicBezTo>
                  <a:cubicBezTo>
                    <a:pt x="440" y="6160"/>
                    <a:pt x="440" y="9120"/>
                    <a:pt x="2250" y="10930"/>
                  </a:cubicBezTo>
                  <a:cubicBezTo>
                    <a:pt x="3130" y="11810"/>
                    <a:pt x="4300" y="12300"/>
                    <a:pt x="5540" y="12300"/>
                  </a:cubicBezTo>
                  <a:cubicBezTo>
                    <a:pt x="6780" y="12300"/>
                    <a:pt x="7950" y="11810"/>
                    <a:pt x="8830" y="10930"/>
                  </a:cubicBezTo>
                  <a:cubicBezTo>
                    <a:pt x="10640" y="9110"/>
                    <a:pt x="10640" y="6150"/>
                    <a:pt x="8830" y="4330"/>
                  </a:cubicBezTo>
                  <a:cubicBezTo>
                    <a:pt x="7950" y="3460"/>
                    <a:pt x="6780" y="2970"/>
                    <a:pt x="5540" y="2970"/>
                  </a:cubicBezTo>
                  <a:close/>
                  <a:moveTo>
                    <a:pt x="5540" y="10890"/>
                  </a:moveTo>
                  <a:cubicBezTo>
                    <a:pt x="4670" y="10890"/>
                    <a:pt x="3860" y="10550"/>
                    <a:pt x="3250" y="9940"/>
                  </a:cubicBezTo>
                  <a:cubicBezTo>
                    <a:pt x="1980" y="8670"/>
                    <a:pt x="1980" y="6610"/>
                    <a:pt x="3250" y="5340"/>
                  </a:cubicBezTo>
                  <a:cubicBezTo>
                    <a:pt x="3860" y="4730"/>
                    <a:pt x="4680" y="4390"/>
                    <a:pt x="5540" y="4390"/>
                  </a:cubicBezTo>
                  <a:cubicBezTo>
                    <a:pt x="6410" y="4390"/>
                    <a:pt x="7220" y="4730"/>
                    <a:pt x="7830" y="5340"/>
                  </a:cubicBezTo>
                  <a:cubicBezTo>
                    <a:pt x="9100" y="6610"/>
                    <a:pt x="9100" y="8670"/>
                    <a:pt x="7830" y="9940"/>
                  </a:cubicBezTo>
                  <a:cubicBezTo>
                    <a:pt x="7220" y="10550"/>
                    <a:pt x="6410" y="10890"/>
                    <a:pt x="5540" y="10890"/>
                  </a:cubicBezTo>
                  <a:close/>
                  <a:moveTo>
                    <a:pt x="5540" y="4580"/>
                  </a:moveTo>
                  <a:cubicBezTo>
                    <a:pt x="4730" y="4580"/>
                    <a:pt x="3960" y="4900"/>
                    <a:pt x="3390" y="5470"/>
                  </a:cubicBezTo>
                  <a:cubicBezTo>
                    <a:pt x="2200" y="6660"/>
                    <a:pt x="2200" y="8600"/>
                    <a:pt x="3390" y="9790"/>
                  </a:cubicBezTo>
                  <a:cubicBezTo>
                    <a:pt x="3970" y="10370"/>
                    <a:pt x="4730" y="10680"/>
                    <a:pt x="5540" y="10680"/>
                  </a:cubicBezTo>
                  <a:cubicBezTo>
                    <a:pt x="6350" y="10680"/>
                    <a:pt x="7120" y="10360"/>
                    <a:pt x="7690" y="9790"/>
                  </a:cubicBezTo>
                  <a:cubicBezTo>
                    <a:pt x="8880" y="8600"/>
                    <a:pt x="8880" y="6660"/>
                    <a:pt x="7690" y="5470"/>
                  </a:cubicBezTo>
                  <a:cubicBezTo>
                    <a:pt x="7120" y="4900"/>
                    <a:pt x="6350" y="4580"/>
                    <a:pt x="5540" y="4580"/>
                  </a:cubicBezTo>
                  <a:close/>
                  <a:moveTo>
                    <a:pt x="5540" y="9100"/>
                  </a:moveTo>
                  <a:cubicBezTo>
                    <a:pt x="5150" y="9100"/>
                    <a:pt x="4780" y="8950"/>
                    <a:pt x="4510" y="8670"/>
                  </a:cubicBezTo>
                  <a:cubicBezTo>
                    <a:pt x="3940" y="8100"/>
                    <a:pt x="3940" y="7170"/>
                    <a:pt x="4510" y="6600"/>
                  </a:cubicBezTo>
                  <a:cubicBezTo>
                    <a:pt x="4790" y="6320"/>
                    <a:pt x="5150" y="6170"/>
                    <a:pt x="5540" y="6170"/>
                  </a:cubicBezTo>
                  <a:cubicBezTo>
                    <a:pt x="5930" y="6170"/>
                    <a:pt x="6300" y="6320"/>
                    <a:pt x="6570" y="6600"/>
                  </a:cubicBezTo>
                  <a:cubicBezTo>
                    <a:pt x="7140" y="7170"/>
                    <a:pt x="7140" y="8100"/>
                    <a:pt x="6570" y="8670"/>
                  </a:cubicBezTo>
                  <a:cubicBezTo>
                    <a:pt x="6300" y="8950"/>
                    <a:pt x="5930" y="9100"/>
                    <a:pt x="5540" y="9100"/>
                  </a:cubicBezTo>
                  <a:close/>
                  <a:moveTo>
                    <a:pt x="5540" y="6370"/>
                  </a:moveTo>
                  <a:cubicBezTo>
                    <a:pt x="5200" y="6370"/>
                    <a:pt x="4890" y="6500"/>
                    <a:pt x="4650" y="6740"/>
                  </a:cubicBezTo>
                  <a:cubicBezTo>
                    <a:pt x="4160" y="7230"/>
                    <a:pt x="4160" y="8030"/>
                    <a:pt x="4650" y="8530"/>
                  </a:cubicBezTo>
                  <a:cubicBezTo>
                    <a:pt x="4890" y="8770"/>
                    <a:pt x="5200" y="8900"/>
                    <a:pt x="5540" y="8900"/>
                  </a:cubicBezTo>
                  <a:cubicBezTo>
                    <a:pt x="5880" y="8900"/>
                    <a:pt x="6190" y="8770"/>
                    <a:pt x="6430" y="8530"/>
                  </a:cubicBezTo>
                  <a:cubicBezTo>
                    <a:pt x="6920" y="8040"/>
                    <a:pt x="6920" y="7240"/>
                    <a:pt x="6430" y="6740"/>
                  </a:cubicBezTo>
                  <a:cubicBezTo>
                    <a:pt x="6190" y="6500"/>
                    <a:pt x="5880" y="6370"/>
                    <a:pt x="5540" y="6370"/>
                  </a:cubicBezTo>
                  <a:close/>
                  <a:moveTo>
                    <a:pt x="5540" y="7870"/>
                  </a:moveTo>
                  <a:cubicBezTo>
                    <a:pt x="5490" y="7870"/>
                    <a:pt x="5440" y="7850"/>
                    <a:pt x="5400" y="7810"/>
                  </a:cubicBezTo>
                  <a:cubicBezTo>
                    <a:pt x="5320" y="7730"/>
                    <a:pt x="5320" y="7610"/>
                    <a:pt x="5400" y="7530"/>
                  </a:cubicBezTo>
                  <a:lnTo>
                    <a:pt x="10240" y="2680"/>
                  </a:lnTo>
                  <a:cubicBezTo>
                    <a:pt x="10320" y="2600"/>
                    <a:pt x="10440" y="2600"/>
                    <a:pt x="10520" y="2680"/>
                  </a:cubicBezTo>
                  <a:cubicBezTo>
                    <a:pt x="10600" y="2760"/>
                    <a:pt x="10600" y="2880"/>
                    <a:pt x="10520" y="2960"/>
                  </a:cubicBezTo>
                  <a:lnTo>
                    <a:pt x="5680" y="7810"/>
                  </a:lnTo>
                  <a:cubicBezTo>
                    <a:pt x="5640" y="7850"/>
                    <a:pt x="5590" y="7870"/>
                    <a:pt x="5540" y="7870"/>
                  </a:cubicBezTo>
                  <a:close/>
                  <a:moveTo>
                    <a:pt x="10190" y="3210"/>
                  </a:moveTo>
                  <a:lnTo>
                    <a:pt x="10150" y="3210"/>
                  </a:lnTo>
                  <a:cubicBezTo>
                    <a:pt x="10080" y="3200"/>
                    <a:pt x="10030" y="3150"/>
                    <a:pt x="10000" y="3090"/>
                  </a:cubicBezTo>
                  <a:lnTo>
                    <a:pt x="9520" y="1820"/>
                  </a:lnTo>
                  <a:cubicBezTo>
                    <a:pt x="9490" y="1750"/>
                    <a:pt x="9510" y="1660"/>
                    <a:pt x="9570" y="1610"/>
                  </a:cubicBezTo>
                  <a:lnTo>
                    <a:pt x="11100" y="70"/>
                  </a:lnTo>
                  <a:cubicBezTo>
                    <a:pt x="11150" y="20"/>
                    <a:pt x="11220" y="0"/>
                    <a:pt x="11280" y="20"/>
                  </a:cubicBezTo>
                  <a:cubicBezTo>
                    <a:pt x="11350" y="30"/>
                    <a:pt x="11400" y="80"/>
                    <a:pt x="11430" y="140"/>
                  </a:cubicBezTo>
                  <a:lnTo>
                    <a:pt x="11910" y="1410"/>
                  </a:lnTo>
                  <a:cubicBezTo>
                    <a:pt x="11940" y="1480"/>
                    <a:pt x="11920" y="1570"/>
                    <a:pt x="11860" y="1620"/>
                  </a:cubicBezTo>
                  <a:lnTo>
                    <a:pt x="10330" y="3150"/>
                  </a:lnTo>
                  <a:cubicBezTo>
                    <a:pt x="10290" y="3190"/>
                    <a:pt x="10240" y="3210"/>
                    <a:pt x="10190" y="3210"/>
                  </a:cubicBezTo>
                  <a:close/>
                  <a:moveTo>
                    <a:pt x="9940" y="1790"/>
                  </a:moveTo>
                  <a:lnTo>
                    <a:pt x="10270" y="2650"/>
                  </a:lnTo>
                  <a:lnTo>
                    <a:pt x="11490" y="1430"/>
                  </a:lnTo>
                  <a:lnTo>
                    <a:pt x="11160" y="570"/>
                  </a:lnTo>
                  <a:lnTo>
                    <a:pt x="9940" y="1790"/>
                  </a:lnTo>
                  <a:close/>
                  <a:moveTo>
                    <a:pt x="11460" y="3690"/>
                  </a:moveTo>
                  <a:cubicBezTo>
                    <a:pt x="11440" y="3690"/>
                    <a:pt x="11410" y="3690"/>
                    <a:pt x="11390" y="3680"/>
                  </a:cubicBezTo>
                  <a:lnTo>
                    <a:pt x="10120" y="3200"/>
                  </a:lnTo>
                  <a:cubicBezTo>
                    <a:pt x="10060" y="3180"/>
                    <a:pt x="10010" y="3120"/>
                    <a:pt x="10000" y="3060"/>
                  </a:cubicBezTo>
                  <a:cubicBezTo>
                    <a:pt x="9990" y="2990"/>
                    <a:pt x="10010" y="2920"/>
                    <a:pt x="10050" y="2880"/>
                  </a:cubicBezTo>
                  <a:lnTo>
                    <a:pt x="11580" y="1340"/>
                  </a:lnTo>
                  <a:cubicBezTo>
                    <a:pt x="11640" y="1280"/>
                    <a:pt x="11720" y="1270"/>
                    <a:pt x="11790" y="1290"/>
                  </a:cubicBezTo>
                  <a:lnTo>
                    <a:pt x="13060" y="1770"/>
                  </a:lnTo>
                  <a:cubicBezTo>
                    <a:pt x="13120" y="1790"/>
                    <a:pt x="13170" y="1850"/>
                    <a:pt x="13180" y="1910"/>
                  </a:cubicBezTo>
                  <a:cubicBezTo>
                    <a:pt x="13190" y="1980"/>
                    <a:pt x="13170" y="2050"/>
                    <a:pt x="13130" y="2090"/>
                  </a:cubicBezTo>
                  <a:lnTo>
                    <a:pt x="11600" y="3630"/>
                  </a:lnTo>
                  <a:cubicBezTo>
                    <a:pt x="11560" y="3670"/>
                    <a:pt x="11510" y="3690"/>
                    <a:pt x="11460" y="3690"/>
                  </a:cubicBezTo>
                  <a:close/>
                  <a:moveTo>
                    <a:pt x="10550" y="2930"/>
                  </a:moveTo>
                  <a:lnTo>
                    <a:pt x="11410" y="3260"/>
                  </a:lnTo>
                  <a:lnTo>
                    <a:pt x="12630" y="2030"/>
                  </a:lnTo>
                  <a:lnTo>
                    <a:pt x="11770" y="1700"/>
                  </a:lnTo>
                  <a:lnTo>
                    <a:pt x="10550" y="2930"/>
                  </a:lnTo>
                  <a:close/>
                </a:path>
              </a:pathLst>
            </a:custGeom>
            <a:solidFill>
              <a:schemeClr val="accent6">
                <a:lumMod val="75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>
        <p159:morph option="byObject"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>
            <p:custDataLst>
              <p:tags r:id="rId1"/>
            </p:custDataLst>
          </p:nvPr>
        </p:nvSpPr>
        <p:spPr>
          <a:xfrm>
            <a:off x="0" y="0"/>
            <a:ext cx="12191365" cy="6858000"/>
          </a:xfrm>
          <a:prstGeom prst="rect">
            <a:avLst/>
          </a:prstGeom>
          <a:gradFill>
            <a:gsLst>
              <a:gs pos="1000">
                <a:srgbClr val="C1DFAE">
                  <a:alpha val="76000"/>
                </a:srgbClr>
              </a:gs>
              <a:gs pos="27000">
                <a:srgbClr val="7EAC8D">
                  <a:alpha val="82000"/>
                </a:srgbClr>
              </a:gs>
              <a:gs pos="76000">
                <a:srgbClr val="1A6840">
                  <a:alpha val="75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文本框 21"/>
          <p:cNvSpPr txBox="1"/>
          <p:nvPr/>
        </p:nvSpPr>
        <p:spPr>
          <a:xfrm>
            <a:off x="4046385" y="2737071"/>
            <a:ext cx="6271260" cy="18668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5400" dirty="0">
                <a:solidFill>
                  <a:srgbClr val="2E461C"/>
                </a:solidFill>
                <a:latin typeface="华文中宋" panose="02010600040101010101" charset="-122"/>
                <a:ea typeface="华文中宋" panose="02010600040101010101" charset="-122"/>
              </a:rPr>
              <a:t>问题解决流程</a:t>
            </a:r>
            <a:endParaRPr lang="zh-CN" altLang="en-US" sz="5400" dirty="0">
              <a:solidFill>
                <a:srgbClr val="2E461C"/>
              </a:solidFill>
              <a:latin typeface="华文中宋" panose="02010600040101010101" charset="-122"/>
              <a:ea typeface="华文中宋" panose="02010600040101010101" charset="-122"/>
            </a:endParaRPr>
          </a:p>
          <a:p>
            <a:pPr indent="0" fontAlgn="auto">
              <a:lnSpc>
                <a:spcPct val="125000"/>
              </a:lnSpc>
            </a:pPr>
            <a:endParaRPr lang="zh-CN" altLang="en-US" sz="5400" dirty="0">
              <a:solidFill>
                <a:srgbClr val="2E461C"/>
              </a:solidFill>
              <a:latin typeface="华文中宋" panose="02010600040101010101" charset="-122"/>
              <a:ea typeface="华文中宋" panose="02010600040101010101" charset="-122"/>
              <a:sym typeface="+mn-ea"/>
            </a:endParaRPr>
          </a:p>
        </p:txBody>
      </p:sp>
      <p:pic>
        <p:nvPicPr>
          <p:cNvPr id="4" name="图片 3" descr="带字透明底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rcRect t="29740" b="22457"/>
          <a:stretch>
            <a:fillRect/>
          </a:stretch>
        </p:blipFill>
        <p:spPr>
          <a:xfrm>
            <a:off x="9144000" y="103505"/>
            <a:ext cx="3048000" cy="746125"/>
          </a:xfrm>
          <a:prstGeom prst="rect">
            <a:avLst/>
          </a:prstGeom>
        </p:spPr>
      </p:pic>
      <p:sp>
        <p:nvSpPr>
          <p:cNvPr id="13" name="椭圆 12"/>
          <p:cNvSpPr/>
          <p:nvPr/>
        </p:nvSpPr>
        <p:spPr>
          <a:xfrm>
            <a:off x="2021840" y="2267585"/>
            <a:ext cx="1786890" cy="1823720"/>
          </a:xfrm>
          <a:prstGeom prst="ellipse">
            <a:avLst/>
          </a:prstGeom>
          <a:solidFill>
            <a:schemeClr val="bg1"/>
          </a:solidFill>
          <a:ln>
            <a:gradFill>
              <a:gsLst>
                <a:gs pos="0">
                  <a:schemeClr val="accent6">
                    <a:lumMod val="40000"/>
                    <a:lumOff val="60000"/>
                  </a:schemeClr>
                </a:gs>
                <a:gs pos="100000">
                  <a:schemeClr val="accent6">
                    <a:lumMod val="50000"/>
                  </a:schemeClr>
                </a:gs>
              </a:gsLst>
              <a:lin ang="5400000" scaled="1"/>
            </a:gradFill>
          </a:ln>
          <a:effectLst>
            <a:outerShdw blurRad="50800" dist="38100" dir="2700000" algn="tl" rotWithShape="0">
              <a:prstClr val="black">
                <a:alpha val="1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/>
          <p:cNvSpPr txBox="1"/>
          <p:nvPr/>
        </p:nvSpPr>
        <p:spPr>
          <a:xfrm>
            <a:off x="2207895" y="2518410"/>
            <a:ext cx="1384300" cy="13220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8000" b="1">
                <a:solidFill>
                  <a:srgbClr val="2E461C"/>
                </a:solidFill>
                <a:latin typeface="华文中宋" panose="02010600040101010101" charset="-122"/>
                <a:ea typeface="华文中宋" panose="02010600040101010101" charset="-122"/>
              </a:rPr>
              <a:t>2</a:t>
            </a:r>
            <a:endParaRPr lang="en-US" altLang="zh-CN" sz="8000" b="1">
              <a:solidFill>
                <a:srgbClr val="2E461C"/>
              </a:solidFill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>
        <p159:morph option="byObject"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对角圆角矩形 1"/>
          <p:cNvSpPr/>
          <p:nvPr>
            <p:custDataLst>
              <p:tags r:id="rId1"/>
            </p:custDataLst>
          </p:nvPr>
        </p:nvSpPr>
        <p:spPr>
          <a:xfrm>
            <a:off x="-397323" y="292"/>
            <a:ext cx="13160188" cy="956889"/>
          </a:xfrm>
          <a:prstGeom prst="round2DiagRect">
            <a:avLst>
              <a:gd name="adj1" fmla="val 50000"/>
              <a:gd name="adj2" fmla="val 0"/>
            </a:avLst>
          </a:prstGeom>
          <a:gradFill>
            <a:gsLst>
              <a:gs pos="0">
                <a:srgbClr val="5D9D72">
                  <a:alpha val="100000"/>
                </a:srgbClr>
              </a:gs>
              <a:gs pos="49000">
                <a:srgbClr val="6EA844"/>
              </a:gs>
              <a:gs pos="100000">
                <a:srgbClr val="1D7546"/>
              </a:gs>
            </a:gsLst>
            <a:lin ang="10800000" scaled="0"/>
          </a:gradFill>
          <a:ln>
            <a:noFill/>
          </a:ln>
          <a:effectLst>
            <a:outerShdw blurRad="50800" dist="38100" dir="2700000" algn="tl" rotWithShape="0">
              <a:prstClr val="black">
                <a:alpha val="2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3" name="图片 2" descr="带字透明底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rcRect t="29740" b="22457"/>
          <a:stretch>
            <a:fillRect/>
          </a:stretch>
        </p:blipFill>
        <p:spPr>
          <a:xfrm>
            <a:off x="9144000" y="103505"/>
            <a:ext cx="3048000" cy="746125"/>
          </a:xfrm>
          <a:prstGeom prst="rect">
            <a:avLst/>
          </a:prstGeom>
        </p:spPr>
      </p:pic>
      <p:sp>
        <p:nvSpPr>
          <p:cNvPr id="11" name="文本框 10"/>
          <p:cNvSpPr txBox="1"/>
          <p:nvPr>
            <p:custDataLst>
              <p:tags r:id="rId4"/>
            </p:custDataLst>
          </p:nvPr>
        </p:nvSpPr>
        <p:spPr>
          <a:xfrm>
            <a:off x="303860" y="173990"/>
            <a:ext cx="5264785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800" spc="100" dirty="0">
                <a:solidFill>
                  <a:schemeClr val="bg1"/>
                </a:solidFill>
                <a:uFillTx/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2.</a:t>
            </a:r>
            <a:r>
              <a:rPr lang="zh-CN" altLang="en-US" sz="3800" spc="100" dirty="0">
                <a:solidFill>
                  <a:schemeClr val="bg1"/>
                </a:solidFill>
                <a:uFillTx/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问题解决流程</a:t>
            </a:r>
            <a:endParaRPr lang="zh-CN" altLang="en-US" sz="3800" spc="100" dirty="0">
              <a:solidFill>
                <a:schemeClr val="bg1"/>
              </a:solidFill>
              <a:uFillTx/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endParaRPr lang="zh-CN" altLang="en-US" sz="3800" spc="100" dirty="0">
              <a:solidFill>
                <a:schemeClr val="bg1"/>
              </a:solidFill>
              <a:uFillTx/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19" name="任意多边形: 形状 3"/>
          <p:cNvSpPr/>
          <p:nvPr/>
        </p:nvSpPr>
        <p:spPr>
          <a:xfrm>
            <a:off x="-497205" y="-2540"/>
            <a:ext cx="984250" cy="959485"/>
          </a:xfrm>
          <a:custGeom>
            <a:avLst/>
            <a:gdLst>
              <a:gd name="connsiteX0" fmla="*/ 365592 w 719551"/>
              <a:gd name="connsiteY0" fmla="*/ 49251 h 694328"/>
              <a:gd name="connsiteX1" fmla="*/ 383631 w 719551"/>
              <a:gd name="connsiteY1" fmla="*/ 88893 h 694328"/>
              <a:gd name="connsiteX2" fmla="*/ 371605 w 719551"/>
              <a:gd name="connsiteY2" fmla="*/ 228239 h 694328"/>
              <a:gd name="connsiteX3" fmla="*/ 364390 w 719551"/>
              <a:gd name="connsiteY3" fmla="*/ 245057 h 694328"/>
              <a:gd name="connsiteX4" fmla="*/ 333122 w 719551"/>
              <a:gd name="connsiteY4" fmla="*/ 103308 h 694328"/>
              <a:gd name="connsiteX5" fmla="*/ 365592 w 719551"/>
              <a:gd name="connsiteY5" fmla="*/ 49251 h 694328"/>
              <a:gd name="connsiteX6" fmla="*/ 359579 w 719551"/>
              <a:gd name="connsiteY6" fmla="*/ 0 h 694328"/>
              <a:gd name="connsiteX7" fmla="*/ 691893 w 719551"/>
              <a:gd name="connsiteY7" fmla="*/ 220450 h 694328"/>
              <a:gd name="connsiteX8" fmla="*/ 712525 w 719551"/>
              <a:gd name="connsiteY8" fmla="*/ 286472 h 694328"/>
              <a:gd name="connsiteX9" fmla="*/ 719551 w 719551"/>
              <a:gd name="connsiteY9" fmla="*/ 356173 h 694328"/>
              <a:gd name="connsiteX10" fmla="*/ 712152 w 719551"/>
              <a:gd name="connsiteY10" fmla="*/ 429569 h 694328"/>
              <a:gd name="connsiteX11" fmla="*/ 694106 w 719551"/>
              <a:gd name="connsiteY11" fmla="*/ 487706 h 694328"/>
              <a:gd name="connsiteX12" fmla="*/ 671448 w 719551"/>
              <a:gd name="connsiteY12" fmla="*/ 533826 h 694328"/>
              <a:gd name="connsiteX13" fmla="*/ 657355 w 719551"/>
              <a:gd name="connsiteY13" fmla="*/ 559790 h 694328"/>
              <a:gd name="connsiteX14" fmla="*/ 634026 w 719551"/>
              <a:gd name="connsiteY14" fmla="*/ 588066 h 694328"/>
              <a:gd name="connsiteX15" fmla="*/ 601635 w 719551"/>
              <a:gd name="connsiteY15" fmla="*/ 622971 h 694328"/>
              <a:gd name="connsiteX16" fmla="*/ 567891 w 719551"/>
              <a:gd name="connsiteY16" fmla="*/ 650812 h 694328"/>
              <a:gd name="connsiteX17" fmla="*/ 515863 w 719551"/>
              <a:gd name="connsiteY17" fmla="*/ 681565 h 694328"/>
              <a:gd name="connsiteX18" fmla="*/ 497126 w 719551"/>
              <a:gd name="connsiteY18" fmla="*/ 691735 h 694328"/>
              <a:gd name="connsiteX19" fmla="*/ 491302 w 719551"/>
              <a:gd name="connsiteY19" fmla="*/ 693543 h 694328"/>
              <a:gd name="connsiteX20" fmla="*/ 482245 w 719551"/>
              <a:gd name="connsiteY20" fmla="*/ 689523 h 694328"/>
              <a:gd name="connsiteX21" fmla="*/ 364390 w 719551"/>
              <a:gd name="connsiteY21" fmla="*/ 609038 h 694328"/>
              <a:gd name="connsiteX22" fmla="*/ 361985 w 719551"/>
              <a:gd name="connsiteY22" fmla="*/ 601831 h 694328"/>
              <a:gd name="connsiteX23" fmla="*/ 424520 w 719551"/>
              <a:gd name="connsiteY23" fmla="*/ 512938 h 694328"/>
              <a:gd name="connsiteX24" fmla="*/ 489461 w 719551"/>
              <a:gd name="connsiteY24" fmla="*/ 446868 h 694328"/>
              <a:gd name="connsiteX25" fmla="*/ 475029 w 719551"/>
              <a:gd name="connsiteY25" fmla="*/ 418038 h 694328"/>
              <a:gd name="connsiteX26" fmla="*/ 430533 w 719551"/>
              <a:gd name="connsiteY26" fmla="*/ 445667 h 694328"/>
              <a:gd name="connsiteX27" fmla="*/ 424520 w 719551"/>
              <a:gd name="connsiteY27" fmla="*/ 512938 h 694328"/>
              <a:gd name="connsiteX28" fmla="*/ 416102 w 719551"/>
              <a:gd name="connsiteY28" fmla="*/ 377195 h 694328"/>
              <a:gd name="connsiteX29" fmla="*/ 424520 w 719551"/>
              <a:gd name="connsiteY29" fmla="*/ 243855 h 694328"/>
              <a:gd name="connsiteX30" fmla="*/ 489461 w 719551"/>
              <a:gd name="connsiteY30" fmla="*/ 177786 h 694328"/>
              <a:gd name="connsiteX31" fmla="*/ 471422 w 719551"/>
              <a:gd name="connsiteY31" fmla="*/ 144151 h 694328"/>
              <a:gd name="connsiteX32" fmla="*/ 432938 w 719551"/>
              <a:gd name="connsiteY32" fmla="*/ 315931 h 694328"/>
              <a:gd name="connsiteX33" fmla="*/ 418507 w 719551"/>
              <a:gd name="connsiteY33" fmla="*/ 375994 h 694328"/>
              <a:gd name="connsiteX34" fmla="*/ 422115 w 719551"/>
              <a:gd name="connsiteY34" fmla="*/ 374793 h 694328"/>
              <a:gd name="connsiteX35" fmla="*/ 511108 w 719551"/>
              <a:gd name="connsiteY35" fmla="*/ 266679 h 694328"/>
              <a:gd name="connsiteX36" fmla="*/ 476232 w 719551"/>
              <a:gd name="connsiteY36" fmla="*/ 416837 h 694328"/>
              <a:gd name="connsiteX37" fmla="*/ 432938 w 719551"/>
              <a:gd name="connsiteY37" fmla="*/ 586214 h 694328"/>
              <a:gd name="connsiteX38" fmla="*/ 420912 w 719551"/>
              <a:gd name="connsiteY38" fmla="*/ 647479 h 694328"/>
              <a:gd name="connsiteX39" fmla="*/ 680675 w 719551"/>
              <a:gd name="connsiteY39" fmla="*/ 332749 h 694328"/>
              <a:gd name="connsiteX40" fmla="*/ 359579 w 719551"/>
              <a:gd name="connsiteY40" fmla="*/ 13214 h 694328"/>
              <a:gd name="connsiteX41" fmla="*/ 39686 w 719551"/>
              <a:gd name="connsiteY41" fmla="*/ 332749 h 694328"/>
              <a:gd name="connsiteX42" fmla="*/ 301854 w 719551"/>
              <a:gd name="connsiteY42" fmla="*/ 648680 h 694328"/>
              <a:gd name="connsiteX43" fmla="*/ 288626 w 719551"/>
              <a:gd name="connsiteY43" fmla="*/ 586214 h 694328"/>
              <a:gd name="connsiteX44" fmla="*/ 245332 w 719551"/>
              <a:gd name="connsiteY44" fmla="*/ 416837 h 694328"/>
              <a:gd name="connsiteX45" fmla="*/ 211659 w 719551"/>
              <a:gd name="connsiteY45" fmla="*/ 266679 h 694328"/>
              <a:gd name="connsiteX46" fmla="*/ 299449 w 719551"/>
              <a:gd name="connsiteY46" fmla="*/ 374793 h 694328"/>
              <a:gd name="connsiteX47" fmla="*/ 303057 w 719551"/>
              <a:gd name="connsiteY47" fmla="*/ 375994 h 694328"/>
              <a:gd name="connsiteX48" fmla="*/ 288626 w 719551"/>
              <a:gd name="connsiteY48" fmla="*/ 315931 h 694328"/>
              <a:gd name="connsiteX49" fmla="*/ 250142 w 719551"/>
              <a:gd name="connsiteY49" fmla="*/ 144151 h 694328"/>
              <a:gd name="connsiteX50" fmla="*/ 233306 w 719551"/>
              <a:gd name="connsiteY50" fmla="*/ 177786 h 694328"/>
              <a:gd name="connsiteX51" fmla="*/ 298246 w 719551"/>
              <a:gd name="connsiteY51" fmla="*/ 243855 h 694328"/>
              <a:gd name="connsiteX52" fmla="*/ 306665 w 719551"/>
              <a:gd name="connsiteY52" fmla="*/ 377195 h 694328"/>
              <a:gd name="connsiteX53" fmla="*/ 298246 w 719551"/>
              <a:gd name="connsiteY53" fmla="*/ 512938 h 694328"/>
              <a:gd name="connsiteX54" fmla="*/ 291031 w 719551"/>
              <a:gd name="connsiteY54" fmla="*/ 445667 h 694328"/>
              <a:gd name="connsiteX55" fmla="*/ 246534 w 719551"/>
              <a:gd name="connsiteY55" fmla="*/ 418038 h 694328"/>
              <a:gd name="connsiteX56" fmla="*/ 233306 w 719551"/>
              <a:gd name="connsiteY56" fmla="*/ 446868 h 694328"/>
              <a:gd name="connsiteX57" fmla="*/ 298246 w 719551"/>
              <a:gd name="connsiteY57" fmla="*/ 512938 h 694328"/>
              <a:gd name="connsiteX58" fmla="*/ 358377 w 719551"/>
              <a:gd name="connsiteY58" fmla="*/ 601831 h 694328"/>
              <a:gd name="connsiteX59" fmla="*/ 355972 w 719551"/>
              <a:gd name="connsiteY59" fmla="*/ 607837 h 694328"/>
              <a:gd name="connsiteX60" fmla="*/ 238116 w 719551"/>
              <a:gd name="connsiteY60" fmla="*/ 690724 h 694328"/>
              <a:gd name="connsiteX61" fmla="*/ 227293 w 719551"/>
              <a:gd name="connsiteY61" fmla="*/ 694328 h 694328"/>
              <a:gd name="connsiteX62" fmla="*/ 0 w 719551"/>
              <a:gd name="connsiteY62" fmla="*/ 360378 h 694328"/>
              <a:gd name="connsiteX63" fmla="*/ 359579 w 719551"/>
              <a:gd name="connsiteY63" fmla="*/ 0 h 6943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</a:cxnLst>
            <a:rect l="l" t="t" r="r" b="b"/>
            <a:pathLst>
              <a:path w="719551" h="694328">
                <a:moveTo>
                  <a:pt x="365592" y="49251"/>
                </a:moveTo>
                <a:cubicBezTo>
                  <a:pt x="365592" y="54056"/>
                  <a:pt x="383631" y="88893"/>
                  <a:pt x="383631" y="88893"/>
                </a:cubicBezTo>
                <a:cubicBezTo>
                  <a:pt x="426925" y="153761"/>
                  <a:pt x="372808" y="225837"/>
                  <a:pt x="371605" y="228239"/>
                </a:cubicBezTo>
                <a:cubicBezTo>
                  <a:pt x="369200" y="230642"/>
                  <a:pt x="364390" y="239050"/>
                  <a:pt x="364390" y="245057"/>
                </a:cubicBezTo>
                <a:cubicBezTo>
                  <a:pt x="300652" y="199409"/>
                  <a:pt x="318691" y="126132"/>
                  <a:pt x="333122" y="103308"/>
                </a:cubicBezTo>
                <a:cubicBezTo>
                  <a:pt x="348756" y="79283"/>
                  <a:pt x="365592" y="49251"/>
                  <a:pt x="365592" y="49251"/>
                </a:cubicBezTo>
                <a:close/>
                <a:moveTo>
                  <a:pt x="359579" y="0"/>
                </a:moveTo>
                <a:cubicBezTo>
                  <a:pt x="508402" y="0"/>
                  <a:pt x="636930" y="91220"/>
                  <a:pt x="691893" y="220450"/>
                </a:cubicBezTo>
                <a:lnTo>
                  <a:pt x="712525" y="286472"/>
                </a:lnTo>
                <a:lnTo>
                  <a:pt x="719551" y="356173"/>
                </a:lnTo>
                <a:cubicBezTo>
                  <a:pt x="719551" y="381315"/>
                  <a:pt x="717004" y="405861"/>
                  <a:pt x="712152" y="429569"/>
                </a:cubicBezTo>
                <a:lnTo>
                  <a:pt x="694106" y="487706"/>
                </a:lnTo>
                <a:lnTo>
                  <a:pt x="671448" y="533826"/>
                </a:lnTo>
                <a:lnTo>
                  <a:pt x="657355" y="559790"/>
                </a:lnTo>
                <a:lnTo>
                  <a:pt x="634026" y="588066"/>
                </a:lnTo>
                <a:lnTo>
                  <a:pt x="601635" y="622971"/>
                </a:lnTo>
                <a:lnTo>
                  <a:pt x="567891" y="650812"/>
                </a:lnTo>
                <a:lnTo>
                  <a:pt x="515863" y="681565"/>
                </a:lnTo>
                <a:lnTo>
                  <a:pt x="497126" y="691735"/>
                </a:lnTo>
                <a:lnTo>
                  <a:pt x="491302" y="693543"/>
                </a:lnTo>
                <a:lnTo>
                  <a:pt x="482245" y="689523"/>
                </a:lnTo>
                <a:cubicBezTo>
                  <a:pt x="430533" y="667900"/>
                  <a:pt x="378821" y="641472"/>
                  <a:pt x="364390" y="609038"/>
                </a:cubicBezTo>
                <a:cubicBezTo>
                  <a:pt x="363187" y="605435"/>
                  <a:pt x="361985" y="604233"/>
                  <a:pt x="361985" y="601831"/>
                </a:cubicBezTo>
                <a:cubicBezTo>
                  <a:pt x="353566" y="574202"/>
                  <a:pt x="375213" y="539365"/>
                  <a:pt x="424520" y="512938"/>
                </a:cubicBezTo>
                <a:cubicBezTo>
                  <a:pt x="466611" y="491315"/>
                  <a:pt x="493069" y="464887"/>
                  <a:pt x="489461" y="446868"/>
                </a:cubicBezTo>
                <a:cubicBezTo>
                  <a:pt x="485853" y="432453"/>
                  <a:pt x="479840" y="422843"/>
                  <a:pt x="475029" y="418038"/>
                </a:cubicBezTo>
                <a:cubicBezTo>
                  <a:pt x="463003" y="428849"/>
                  <a:pt x="448572" y="438460"/>
                  <a:pt x="430533" y="445667"/>
                </a:cubicBezTo>
                <a:cubicBezTo>
                  <a:pt x="384834" y="470894"/>
                  <a:pt x="424520" y="512938"/>
                  <a:pt x="424520" y="512938"/>
                </a:cubicBezTo>
                <a:cubicBezTo>
                  <a:pt x="396860" y="509334"/>
                  <a:pt x="328312" y="428849"/>
                  <a:pt x="416102" y="377195"/>
                </a:cubicBezTo>
                <a:cubicBezTo>
                  <a:pt x="386037" y="366384"/>
                  <a:pt x="335527" y="290705"/>
                  <a:pt x="424520" y="243855"/>
                </a:cubicBezTo>
                <a:cubicBezTo>
                  <a:pt x="466611" y="221032"/>
                  <a:pt x="493069" y="195805"/>
                  <a:pt x="489461" y="177786"/>
                </a:cubicBezTo>
                <a:cubicBezTo>
                  <a:pt x="484650" y="156164"/>
                  <a:pt x="471422" y="144151"/>
                  <a:pt x="471422" y="144151"/>
                </a:cubicBezTo>
                <a:cubicBezTo>
                  <a:pt x="501487" y="164572"/>
                  <a:pt x="592885" y="222233"/>
                  <a:pt x="432938" y="315931"/>
                </a:cubicBezTo>
                <a:cubicBezTo>
                  <a:pt x="394455" y="337554"/>
                  <a:pt x="411291" y="367585"/>
                  <a:pt x="418507" y="375994"/>
                </a:cubicBezTo>
                <a:cubicBezTo>
                  <a:pt x="419710" y="375994"/>
                  <a:pt x="420912" y="374793"/>
                  <a:pt x="422115" y="374793"/>
                </a:cubicBezTo>
                <a:cubicBezTo>
                  <a:pt x="518323" y="323139"/>
                  <a:pt x="511108" y="266679"/>
                  <a:pt x="511108" y="266679"/>
                </a:cubicBezTo>
                <a:cubicBezTo>
                  <a:pt x="529147" y="287101"/>
                  <a:pt x="531552" y="365183"/>
                  <a:pt x="476232" y="416837"/>
                </a:cubicBezTo>
                <a:cubicBezTo>
                  <a:pt x="509905" y="439661"/>
                  <a:pt x="584467" y="496120"/>
                  <a:pt x="432938" y="586214"/>
                </a:cubicBezTo>
                <a:cubicBezTo>
                  <a:pt x="388442" y="610240"/>
                  <a:pt x="418507" y="646277"/>
                  <a:pt x="420912" y="647479"/>
                </a:cubicBezTo>
                <a:cubicBezTo>
                  <a:pt x="568833" y="619850"/>
                  <a:pt x="680675" y="488912"/>
                  <a:pt x="680675" y="332749"/>
                </a:cubicBezTo>
                <a:cubicBezTo>
                  <a:pt x="680675" y="157365"/>
                  <a:pt x="536362" y="13214"/>
                  <a:pt x="359579" y="13214"/>
                </a:cubicBezTo>
                <a:cubicBezTo>
                  <a:pt x="182796" y="13214"/>
                  <a:pt x="39686" y="157365"/>
                  <a:pt x="39686" y="332749"/>
                </a:cubicBezTo>
                <a:cubicBezTo>
                  <a:pt x="39686" y="490114"/>
                  <a:pt x="152731" y="621051"/>
                  <a:pt x="301854" y="648680"/>
                </a:cubicBezTo>
                <a:cubicBezTo>
                  <a:pt x="301854" y="648680"/>
                  <a:pt x="334325" y="610240"/>
                  <a:pt x="288626" y="586214"/>
                </a:cubicBezTo>
                <a:cubicBezTo>
                  <a:pt x="137097" y="496120"/>
                  <a:pt x="212861" y="439661"/>
                  <a:pt x="245332" y="416837"/>
                </a:cubicBezTo>
                <a:cubicBezTo>
                  <a:pt x="190012" y="365183"/>
                  <a:pt x="193620" y="287101"/>
                  <a:pt x="211659" y="266679"/>
                </a:cubicBezTo>
                <a:cubicBezTo>
                  <a:pt x="211659" y="266679"/>
                  <a:pt x="204443" y="323139"/>
                  <a:pt x="299449" y="374793"/>
                </a:cubicBezTo>
                <a:cubicBezTo>
                  <a:pt x="300652" y="374793"/>
                  <a:pt x="301854" y="375994"/>
                  <a:pt x="303057" y="375994"/>
                </a:cubicBezTo>
                <a:cubicBezTo>
                  <a:pt x="310273" y="367585"/>
                  <a:pt x="327109" y="337554"/>
                  <a:pt x="288626" y="315931"/>
                </a:cubicBezTo>
                <a:cubicBezTo>
                  <a:pt x="128679" y="222233"/>
                  <a:pt x="220077" y="164572"/>
                  <a:pt x="250142" y="144151"/>
                </a:cubicBezTo>
                <a:cubicBezTo>
                  <a:pt x="250142" y="144151"/>
                  <a:pt x="238116" y="156164"/>
                  <a:pt x="233306" y="177786"/>
                </a:cubicBezTo>
                <a:cubicBezTo>
                  <a:pt x="228495" y="195805"/>
                  <a:pt x="254953" y="221032"/>
                  <a:pt x="298246" y="243855"/>
                </a:cubicBezTo>
                <a:cubicBezTo>
                  <a:pt x="386037" y="290705"/>
                  <a:pt x="335527" y="366384"/>
                  <a:pt x="306665" y="377195"/>
                </a:cubicBezTo>
                <a:cubicBezTo>
                  <a:pt x="393252" y="428849"/>
                  <a:pt x="325906" y="509334"/>
                  <a:pt x="298246" y="512938"/>
                </a:cubicBezTo>
                <a:cubicBezTo>
                  <a:pt x="298246" y="512938"/>
                  <a:pt x="336730" y="470894"/>
                  <a:pt x="291031" y="445667"/>
                </a:cubicBezTo>
                <a:cubicBezTo>
                  <a:pt x="272992" y="438460"/>
                  <a:pt x="258561" y="428849"/>
                  <a:pt x="246534" y="418038"/>
                </a:cubicBezTo>
                <a:cubicBezTo>
                  <a:pt x="242927" y="422843"/>
                  <a:pt x="235711" y="432453"/>
                  <a:pt x="233306" y="446868"/>
                </a:cubicBezTo>
                <a:cubicBezTo>
                  <a:pt x="228495" y="464887"/>
                  <a:pt x="254953" y="491315"/>
                  <a:pt x="298246" y="512938"/>
                </a:cubicBezTo>
                <a:cubicBezTo>
                  <a:pt x="346351" y="539365"/>
                  <a:pt x="366795" y="574202"/>
                  <a:pt x="358377" y="601831"/>
                </a:cubicBezTo>
                <a:cubicBezTo>
                  <a:pt x="357174" y="604233"/>
                  <a:pt x="357174" y="605435"/>
                  <a:pt x="355972" y="607837"/>
                </a:cubicBezTo>
                <a:cubicBezTo>
                  <a:pt x="341540" y="641472"/>
                  <a:pt x="291031" y="667900"/>
                  <a:pt x="238116" y="690724"/>
                </a:cubicBezTo>
                <a:cubicBezTo>
                  <a:pt x="234508" y="691925"/>
                  <a:pt x="230901" y="693127"/>
                  <a:pt x="227293" y="694328"/>
                </a:cubicBezTo>
                <a:cubicBezTo>
                  <a:pt x="93804" y="641472"/>
                  <a:pt x="0" y="511736"/>
                  <a:pt x="0" y="360378"/>
                </a:cubicBezTo>
                <a:cubicBezTo>
                  <a:pt x="0" y="162170"/>
                  <a:pt x="161149" y="0"/>
                  <a:pt x="359579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4">
                  <a:lumMod val="50000"/>
                </a:schemeClr>
              </a:gs>
              <a:gs pos="42000">
                <a:srgbClr val="FFC000"/>
              </a:gs>
              <a:gs pos="74000">
                <a:schemeClr val="accent4">
                  <a:lumMod val="50000"/>
                </a:schemeClr>
              </a:gs>
              <a:gs pos="93000">
                <a:schemeClr val="accent4">
                  <a:lumMod val="75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6" name="直接连接符 5"/>
          <p:cNvCxnSpPr/>
          <p:nvPr/>
        </p:nvCxnSpPr>
        <p:spPr>
          <a:xfrm>
            <a:off x="966047" y="1517263"/>
            <a:ext cx="5393502" cy="0"/>
          </a:xfrm>
          <a:prstGeom prst="line">
            <a:avLst/>
          </a:prstGeom>
          <a:ln w="31750">
            <a:gradFill>
              <a:gsLst>
                <a:gs pos="0">
                  <a:schemeClr val="accent1">
                    <a:hueOff val="-4200000"/>
                  </a:schemeClr>
                </a:gs>
                <a:gs pos="100000">
                  <a:schemeClr val="accent1"/>
                </a:gs>
              </a:gsLst>
            </a:gra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8" name="文本框 7"/>
          <p:cNvSpPr txBox="1"/>
          <p:nvPr/>
        </p:nvSpPr>
        <p:spPr>
          <a:xfrm>
            <a:off x="871220" y="962025"/>
            <a:ext cx="5612082" cy="56451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marL="0" indent="0" algn="just" defTabSz="26670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800" dirty="0">
                <a:solidFill>
                  <a:srgbClr val="0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本地配置文件的读取和</a:t>
            </a:r>
            <a:r>
              <a:rPr lang="en-US" altLang="zh-CN" sz="2800" dirty="0">
                <a:solidFill>
                  <a:srgbClr val="0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socket</a:t>
            </a:r>
            <a:r>
              <a:rPr lang="zh-CN" altLang="en-US" sz="2800" dirty="0">
                <a:solidFill>
                  <a:srgbClr val="0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连接</a:t>
            </a:r>
            <a:endParaRPr lang="zh-CN" altLang="en-US" sz="2800" dirty="0">
              <a:solidFill>
                <a:srgbClr val="000000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+mn-ea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1052" y="1805423"/>
            <a:ext cx="4583982" cy="4488062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5976163" y="2633516"/>
            <a:ext cx="5264785" cy="2308324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en-US" altLang="zh-CN" sz="2400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		</a:t>
            </a:r>
            <a:r>
              <a:rPr lang="zh-CN" altLang="en-US" sz="2400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在打开文件后，通过</a:t>
            </a:r>
            <a:r>
              <a:rPr lang="en-US" altLang="zh-CN" sz="2400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fgets</a:t>
            </a:r>
            <a:r>
              <a:rPr lang="zh-CN" altLang="en-US" sz="2400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函数获取每一行的数据，再根据</a:t>
            </a:r>
            <a:r>
              <a:rPr lang="en-US" altLang="zh-CN" sz="2400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conf</a:t>
            </a:r>
            <a:r>
              <a:rPr lang="zh-CN" altLang="en-US" sz="2400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文件编写时的格式，使用</a:t>
            </a:r>
            <a:r>
              <a:rPr lang="en-US" altLang="zh-CN" sz="2400" dirty="0" err="1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strtok</a:t>
            </a:r>
            <a:r>
              <a:rPr lang="zh-CN" altLang="en-US" sz="2400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函数，将数据拆分为名称与信息，最后通过</a:t>
            </a:r>
            <a:r>
              <a:rPr lang="en-US" altLang="zh-CN" sz="2400" dirty="0" err="1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strcmp</a:t>
            </a:r>
            <a:r>
              <a:rPr lang="zh-CN" altLang="en-US" sz="2400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函数，判断与变量对应的名称，将信息经过对应处理后，存储到其中</a:t>
            </a:r>
            <a:endParaRPr lang="zh-CN" altLang="en-US" sz="2400" dirty="0">
              <a:solidFill>
                <a:srgbClr val="000000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+mn-ea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1334333" y="6293485"/>
            <a:ext cx="32038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latin typeface="华文中宋" panose="02010600040101010101" charset="-122"/>
                <a:ea typeface="华文中宋" panose="02010600040101010101" charset="-122"/>
              </a:rPr>
              <a:t>读取配置文件的实现代码</a:t>
            </a:r>
            <a:endParaRPr lang="zh-CN" altLang="en-US" dirty="0">
              <a:latin typeface="华文中宋" panose="02010600040101010101" charset="-122"/>
              <a:ea typeface="华文中宋" panose="02010600040101010101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>
        <p159:morph option="byObject"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对角圆角矩形 1"/>
          <p:cNvSpPr/>
          <p:nvPr>
            <p:custDataLst>
              <p:tags r:id="rId1"/>
            </p:custDataLst>
          </p:nvPr>
        </p:nvSpPr>
        <p:spPr>
          <a:xfrm>
            <a:off x="-397323" y="292"/>
            <a:ext cx="13160188" cy="956889"/>
          </a:xfrm>
          <a:prstGeom prst="round2DiagRect">
            <a:avLst>
              <a:gd name="adj1" fmla="val 50000"/>
              <a:gd name="adj2" fmla="val 0"/>
            </a:avLst>
          </a:prstGeom>
          <a:gradFill>
            <a:gsLst>
              <a:gs pos="0">
                <a:srgbClr val="5D9D72">
                  <a:alpha val="100000"/>
                </a:srgbClr>
              </a:gs>
              <a:gs pos="49000">
                <a:srgbClr val="6EA844"/>
              </a:gs>
              <a:gs pos="100000">
                <a:srgbClr val="1D7546"/>
              </a:gs>
            </a:gsLst>
            <a:lin ang="10800000" scaled="0"/>
          </a:gradFill>
          <a:ln>
            <a:noFill/>
          </a:ln>
          <a:effectLst>
            <a:outerShdw blurRad="50800" dist="38100" dir="2700000" algn="tl" rotWithShape="0">
              <a:prstClr val="black">
                <a:alpha val="2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3" name="图片 2" descr="带字透明底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rcRect t="29740" b="22457"/>
          <a:stretch>
            <a:fillRect/>
          </a:stretch>
        </p:blipFill>
        <p:spPr>
          <a:xfrm>
            <a:off x="9144000" y="103505"/>
            <a:ext cx="3048000" cy="746125"/>
          </a:xfrm>
          <a:prstGeom prst="rect">
            <a:avLst/>
          </a:prstGeom>
        </p:spPr>
      </p:pic>
      <p:sp>
        <p:nvSpPr>
          <p:cNvPr id="11" name="文本框 10"/>
          <p:cNvSpPr txBox="1"/>
          <p:nvPr>
            <p:custDataLst>
              <p:tags r:id="rId4"/>
            </p:custDataLst>
          </p:nvPr>
        </p:nvSpPr>
        <p:spPr>
          <a:xfrm>
            <a:off x="303860" y="173990"/>
            <a:ext cx="5264785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800" spc="100" dirty="0">
                <a:solidFill>
                  <a:schemeClr val="bg1"/>
                </a:solidFill>
                <a:uFillTx/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2.</a:t>
            </a:r>
            <a:r>
              <a:rPr lang="zh-CN" altLang="en-US" sz="3800" spc="100" dirty="0">
                <a:solidFill>
                  <a:schemeClr val="bg1"/>
                </a:solidFill>
                <a:uFillTx/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问题解决流程</a:t>
            </a:r>
            <a:endParaRPr lang="zh-CN" altLang="en-US" sz="3800" spc="100" dirty="0">
              <a:solidFill>
                <a:schemeClr val="bg1"/>
              </a:solidFill>
              <a:uFillTx/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endParaRPr lang="zh-CN" altLang="en-US" sz="3800" spc="100" dirty="0">
              <a:solidFill>
                <a:schemeClr val="bg1"/>
              </a:solidFill>
              <a:uFillTx/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19" name="任意多边形: 形状 3"/>
          <p:cNvSpPr/>
          <p:nvPr/>
        </p:nvSpPr>
        <p:spPr>
          <a:xfrm>
            <a:off x="-497205" y="-2540"/>
            <a:ext cx="984250" cy="959485"/>
          </a:xfrm>
          <a:custGeom>
            <a:avLst/>
            <a:gdLst>
              <a:gd name="connsiteX0" fmla="*/ 365592 w 719551"/>
              <a:gd name="connsiteY0" fmla="*/ 49251 h 694328"/>
              <a:gd name="connsiteX1" fmla="*/ 383631 w 719551"/>
              <a:gd name="connsiteY1" fmla="*/ 88893 h 694328"/>
              <a:gd name="connsiteX2" fmla="*/ 371605 w 719551"/>
              <a:gd name="connsiteY2" fmla="*/ 228239 h 694328"/>
              <a:gd name="connsiteX3" fmla="*/ 364390 w 719551"/>
              <a:gd name="connsiteY3" fmla="*/ 245057 h 694328"/>
              <a:gd name="connsiteX4" fmla="*/ 333122 w 719551"/>
              <a:gd name="connsiteY4" fmla="*/ 103308 h 694328"/>
              <a:gd name="connsiteX5" fmla="*/ 365592 w 719551"/>
              <a:gd name="connsiteY5" fmla="*/ 49251 h 694328"/>
              <a:gd name="connsiteX6" fmla="*/ 359579 w 719551"/>
              <a:gd name="connsiteY6" fmla="*/ 0 h 694328"/>
              <a:gd name="connsiteX7" fmla="*/ 691893 w 719551"/>
              <a:gd name="connsiteY7" fmla="*/ 220450 h 694328"/>
              <a:gd name="connsiteX8" fmla="*/ 712525 w 719551"/>
              <a:gd name="connsiteY8" fmla="*/ 286472 h 694328"/>
              <a:gd name="connsiteX9" fmla="*/ 719551 w 719551"/>
              <a:gd name="connsiteY9" fmla="*/ 356173 h 694328"/>
              <a:gd name="connsiteX10" fmla="*/ 712152 w 719551"/>
              <a:gd name="connsiteY10" fmla="*/ 429569 h 694328"/>
              <a:gd name="connsiteX11" fmla="*/ 694106 w 719551"/>
              <a:gd name="connsiteY11" fmla="*/ 487706 h 694328"/>
              <a:gd name="connsiteX12" fmla="*/ 671448 w 719551"/>
              <a:gd name="connsiteY12" fmla="*/ 533826 h 694328"/>
              <a:gd name="connsiteX13" fmla="*/ 657355 w 719551"/>
              <a:gd name="connsiteY13" fmla="*/ 559790 h 694328"/>
              <a:gd name="connsiteX14" fmla="*/ 634026 w 719551"/>
              <a:gd name="connsiteY14" fmla="*/ 588066 h 694328"/>
              <a:gd name="connsiteX15" fmla="*/ 601635 w 719551"/>
              <a:gd name="connsiteY15" fmla="*/ 622971 h 694328"/>
              <a:gd name="connsiteX16" fmla="*/ 567891 w 719551"/>
              <a:gd name="connsiteY16" fmla="*/ 650812 h 694328"/>
              <a:gd name="connsiteX17" fmla="*/ 515863 w 719551"/>
              <a:gd name="connsiteY17" fmla="*/ 681565 h 694328"/>
              <a:gd name="connsiteX18" fmla="*/ 497126 w 719551"/>
              <a:gd name="connsiteY18" fmla="*/ 691735 h 694328"/>
              <a:gd name="connsiteX19" fmla="*/ 491302 w 719551"/>
              <a:gd name="connsiteY19" fmla="*/ 693543 h 694328"/>
              <a:gd name="connsiteX20" fmla="*/ 482245 w 719551"/>
              <a:gd name="connsiteY20" fmla="*/ 689523 h 694328"/>
              <a:gd name="connsiteX21" fmla="*/ 364390 w 719551"/>
              <a:gd name="connsiteY21" fmla="*/ 609038 h 694328"/>
              <a:gd name="connsiteX22" fmla="*/ 361985 w 719551"/>
              <a:gd name="connsiteY22" fmla="*/ 601831 h 694328"/>
              <a:gd name="connsiteX23" fmla="*/ 424520 w 719551"/>
              <a:gd name="connsiteY23" fmla="*/ 512938 h 694328"/>
              <a:gd name="connsiteX24" fmla="*/ 489461 w 719551"/>
              <a:gd name="connsiteY24" fmla="*/ 446868 h 694328"/>
              <a:gd name="connsiteX25" fmla="*/ 475029 w 719551"/>
              <a:gd name="connsiteY25" fmla="*/ 418038 h 694328"/>
              <a:gd name="connsiteX26" fmla="*/ 430533 w 719551"/>
              <a:gd name="connsiteY26" fmla="*/ 445667 h 694328"/>
              <a:gd name="connsiteX27" fmla="*/ 424520 w 719551"/>
              <a:gd name="connsiteY27" fmla="*/ 512938 h 694328"/>
              <a:gd name="connsiteX28" fmla="*/ 416102 w 719551"/>
              <a:gd name="connsiteY28" fmla="*/ 377195 h 694328"/>
              <a:gd name="connsiteX29" fmla="*/ 424520 w 719551"/>
              <a:gd name="connsiteY29" fmla="*/ 243855 h 694328"/>
              <a:gd name="connsiteX30" fmla="*/ 489461 w 719551"/>
              <a:gd name="connsiteY30" fmla="*/ 177786 h 694328"/>
              <a:gd name="connsiteX31" fmla="*/ 471422 w 719551"/>
              <a:gd name="connsiteY31" fmla="*/ 144151 h 694328"/>
              <a:gd name="connsiteX32" fmla="*/ 432938 w 719551"/>
              <a:gd name="connsiteY32" fmla="*/ 315931 h 694328"/>
              <a:gd name="connsiteX33" fmla="*/ 418507 w 719551"/>
              <a:gd name="connsiteY33" fmla="*/ 375994 h 694328"/>
              <a:gd name="connsiteX34" fmla="*/ 422115 w 719551"/>
              <a:gd name="connsiteY34" fmla="*/ 374793 h 694328"/>
              <a:gd name="connsiteX35" fmla="*/ 511108 w 719551"/>
              <a:gd name="connsiteY35" fmla="*/ 266679 h 694328"/>
              <a:gd name="connsiteX36" fmla="*/ 476232 w 719551"/>
              <a:gd name="connsiteY36" fmla="*/ 416837 h 694328"/>
              <a:gd name="connsiteX37" fmla="*/ 432938 w 719551"/>
              <a:gd name="connsiteY37" fmla="*/ 586214 h 694328"/>
              <a:gd name="connsiteX38" fmla="*/ 420912 w 719551"/>
              <a:gd name="connsiteY38" fmla="*/ 647479 h 694328"/>
              <a:gd name="connsiteX39" fmla="*/ 680675 w 719551"/>
              <a:gd name="connsiteY39" fmla="*/ 332749 h 694328"/>
              <a:gd name="connsiteX40" fmla="*/ 359579 w 719551"/>
              <a:gd name="connsiteY40" fmla="*/ 13214 h 694328"/>
              <a:gd name="connsiteX41" fmla="*/ 39686 w 719551"/>
              <a:gd name="connsiteY41" fmla="*/ 332749 h 694328"/>
              <a:gd name="connsiteX42" fmla="*/ 301854 w 719551"/>
              <a:gd name="connsiteY42" fmla="*/ 648680 h 694328"/>
              <a:gd name="connsiteX43" fmla="*/ 288626 w 719551"/>
              <a:gd name="connsiteY43" fmla="*/ 586214 h 694328"/>
              <a:gd name="connsiteX44" fmla="*/ 245332 w 719551"/>
              <a:gd name="connsiteY44" fmla="*/ 416837 h 694328"/>
              <a:gd name="connsiteX45" fmla="*/ 211659 w 719551"/>
              <a:gd name="connsiteY45" fmla="*/ 266679 h 694328"/>
              <a:gd name="connsiteX46" fmla="*/ 299449 w 719551"/>
              <a:gd name="connsiteY46" fmla="*/ 374793 h 694328"/>
              <a:gd name="connsiteX47" fmla="*/ 303057 w 719551"/>
              <a:gd name="connsiteY47" fmla="*/ 375994 h 694328"/>
              <a:gd name="connsiteX48" fmla="*/ 288626 w 719551"/>
              <a:gd name="connsiteY48" fmla="*/ 315931 h 694328"/>
              <a:gd name="connsiteX49" fmla="*/ 250142 w 719551"/>
              <a:gd name="connsiteY49" fmla="*/ 144151 h 694328"/>
              <a:gd name="connsiteX50" fmla="*/ 233306 w 719551"/>
              <a:gd name="connsiteY50" fmla="*/ 177786 h 694328"/>
              <a:gd name="connsiteX51" fmla="*/ 298246 w 719551"/>
              <a:gd name="connsiteY51" fmla="*/ 243855 h 694328"/>
              <a:gd name="connsiteX52" fmla="*/ 306665 w 719551"/>
              <a:gd name="connsiteY52" fmla="*/ 377195 h 694328"/>
              <a:gd name="connsiteX53" fmla="*/ 298246 w 719551"/>
              <a:gd name="connsiteY53" fmla="*/ 512938 h 694328"/>
              <a:gd name="connsiteX54" fmla="*/ 291031 w 719551"/>
              <a:gd name="connsiteY54" fmla="*/ 445667 h 694328"/>
              <a:gd name="connsiteX55" fmla="*/ 246534 w 719551"/>
              <a:gd name="connsiteY55" fmla="*/ 418038 h 694328"/>
              <a:gd name="connsiteX56" fmla="*/ 233306 w 719551"/>
              <a:gd name="connsiteY56" fmla="*/ 446868 h 694328"/>
              <a:gd name="connsiteX57" fmla="*/ 298246 w 719551"/>
              <a:gd name="connsiteY57" fmla="*/ 512938 h 694328"/>
              <a:gd name="connsiteX58" fmla="*/ 358377 w 719551"/>
              <a:gd name="connsiteY58" fmla="*/ 601831 h 694328"/>
              <a:gd name="connsiteX59" fmla="*/ 355972 w 719551"/>
              <a:gd name="connsiteY59" fmla="*/ 607837 h 694328"/>
              <a:gd name="connsiteX60" fmla="*/ 238116 w 719551"/>
              <a:gd name="connsiteY60" fmla="*/ 690724 h 694328"/>
              <a:gd name="connsiteX61" fmla="*/ 227293 w 719551"/>
              <a:gd name="connsiteY61" fmla="*/ 694328 h 694328"/>
              <a:gd name="connsiteX62" fmla="*/ 0 w 719551"/>
              <a:gd name="connsiteY62" fmla="*/ 360378 h 694328"/>
              <a:gd name="connsiteX63" fmla="*/ 359579 w 719551"/>
              <a:gd name="connsiteY63" fmla="*/ 0 h 6943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</a:cxnLst>
            <a:rect l="l" t="t" r="r" b="b"/>
            <a:pathLst>
              <a:path w="719551" h="694328">
                <a:moveTo>
                  <a:pt x="365592" y="49251"/>
                </a:moveTo>
                <a:cubicBezTo>
                  <a:pt x="365592" y="54056"/>
                  <a:pt x="383631" y="88893"/>
                  <a:pt x="383631" y="88893"/>
                </a:cubicBezTo>
                <a:cubicBezTo>
                  <a:pt x="426925" y="153761"/>
                  <a:pt x="372808" y="225837"/>
                  <a:pt x="371605" y="228239"/>
                </a:cubicBezTo>
                <a:cubicBezTo>
                  <a:pt x="369200" y="230642"/>
                  <a:pt x="364390" y="239050"/>
                  <a:pt x="364390" y="245057"/>
                </a:cubicBezTo>
                <a:cubicBezTo>
                  <a:pt x="300652" y="199409"/>
                  <a:pt x="318691" y="126132"/>
                  <a:pt x="333122" y="103308"/>
                </a:cubicBezTo>
                <a:cubicBezTo>
                  <a:pt x="348756" y="79283"/>
                  <a:pt x="365592" y="49251"/>
                  <a:pt x="365592" y="49251"/>
                </a:cubicBezTo>
                <a:close/>
                <a:moveTo>
                  <a:pt x="359579" y="0"/>
                </a:moveTo>
                <a:cubicBezTo>
                  <a:pt x="508402" y="0"/>
                  <a:pt x="636930" y="91220"/>
                  <a:pt x="691893" y="220450"/>
                </a:cubicBezTo>
                <a:lnTo>
                  <a:pt x="712525" y="286472"/>
                </a:lnTo>
                <a:lnTo>
                  <a:pt x="719551" y="356173"/>
                </a:lnTo>
                <a:cubicBezTo>
                  <a:pt x="719551" y="381315"/>
                  <a:pt x="717004" y="405861"/>
                  <a:pt x="712152" y="429569"/>
                </a:cubicBezTo>
                <a:lnTo>
                  <a:pt x="694106" y="487706"/>
                </a:lnTo>
                <a:lnTo>
                  <a:pt x="671448" y="533826"/>
                </a:lnTo>
                <a:lnTo>
                  <a:pt x="657355" y="559790"/>
                </a:lnTo>
                <a:lnTo>
                  <a:pt x="634026" y="588066"/>
                </a:lnTo>
                <a:lnTo>
                  <a:pt x="601635" y="622971"/>
                </a:lnTo>
                <a:lnTo>
                  <a:pt x="567891" y="650812"/>
                </a:lnTo>
                <a:lnTo>
                  <a:pt x="515863" y="681565"/>
                </a:lnTo>
                <a:lnTo>
                  <a:pt x="497126" y="691735"/>
                </a:lnTo>
                <a:lnTo>
                  <a:pt x="491302" y="693543"/>
                </a:lnTo>
                <a:lnTo>
                  <a:pt x="482245" y="689523"/>
                </a:lnTo>
                <a:cubicBezTo>
                  <a:pt x="430533" y="667900"/>
                  <a:pt x="378821" y="641472"/>
                  <a:pt x="364390" y="609038"/>
                </a:cubicBezTo>
                <a:cubicBezTo>
                  <a:pt x="363187" y="605435"/>
                  <a:pt x="361985" y="604233"/>
                  <a:pt x="361985" y="601831"/>
                </a:cubicBezTo>
                <a:cubicBezTo>
                  <a:pt x="353566" y="574202"/>
                  <a:pt x="375213" y="539365"/>
                  <a:pt x="424520" y="512938"/>
                </a:cubicBezTo>
                <a:cubicBezTo>
                  <a:pt x="466611" y="491315"/>
                  <a:pt x="493069" y="464887"/>
                  <a:pt x="489461" y="446868"/>
                </a:cubicBezTo>
                <a:cubicBezTo>
                  <a:pt x="485853" y="432453"/>
                  <a:pt x="479840" y="422843"/>
                  <a:pt x="475029" y="418038"/>
                </a:cubicBezTo>
                <a:cubicBezTo>
                  <a:pt x="463003" y="428849"/>
                  <a:pt x="448572" y="438460"/>
                  <a:pt x="430533" y="445667"/>
                </a:cubicBezTo>
                <a:cubicBezTo>
                  <a:pt x="384834" y="470894"/>
                  <a:pt x="424520" y="512938"/>
                  <a:pt x="424520" y="512938"/>
                </a:cubicBezTo>
                <a:cubicBezTo>
                  <a:pt x="396860" y="509334"/>
                  <a:pt x="328312" y="428849"/>
                  <a:pt x="416102" y="377195"/>
                </a:cubicBezTo>
                <a:cubicBezTo>
                  <a:pt x="386037" y="366384"/>
                  <a:pt x="335527" y="290705"/>
                  <a:pt x="424520" y="243855"/>
                </a:cubicBezTo>
                <a:cubicBezTo>
                  <a:pt x="466611" y="221032"/>
                  <a:pt x="493069" y="195805"/>
                  <a:pt x="489461" y="177786"/>
                </a:cubicBezTo>
                <a:cubicBezTo>
                  <a:pt x="484650" y="156164"/>
                  <a:pt x="471422" y="144151"/>
                  <a:pt x="471422" y="144151"/>
                </a:cubicBezTo>
                <a:cubicBezTo>
                  <a:pt x="501487" y="164572"/>
                  <a:pt x="592885" y="222233"/>
                  <a:pt x="432938" y="315931"/>
                </a:cubicBezTo>
                <a:cubicBezTo>
                  <a:pt x="394455" y="337554"/>
                  <a:pt x="411291" y="367585"/>
                  <a:pt x="418507" y="375994"/>
                </a:cubicBezTo>
                <a:cubicBezTo>
                  <a:pt x="419710" y="375994"/>
                  <a:pt x="420912" y="374793"/>
                  <a:pt x="422115" y="374793"/>
                </a:cubicBezTo>
                <a:cubicBezTo>
                  <a:pt x="518323" y="323139"/>
                  <a:pt x="511108" y="266679"/>
                  <a:pt x="511108" y="266679"/>
                </a:cubicBezTo>
                <a:cubicBezTo>
                  <a:pt x="529147" y="287101"/>
                  <a:pt x="531552" y="365183"/>
                  <a:pt x="476232" y="416837"/>
                </a:cubicBezTo>
                <a:cubicBezTo>
                  <a:pt x="509905" y="439661"/>
                  <a:pt x="584467" y="496120"/>
                  <a:pt x="432938" y="586214"/>
                </a:cubicBezTo>
                <a:cubicBezTo>
                  <a:pt x="388442" y="610240"/>
                  <a:pt x="418507" y="646277"/>
                  <a:pt x="420912" y="647479"/>
                </a:cubicBezTo>
                <a:cubicBezTo>
                  <a:pt x="568833" y="619850"/>
                  <a:pt x="680675" y="488912"/>
                  <a:pt x="680675" y="332749"/>
                </a:cubicBezTo>
                <a:cubicBezTo>
                  <a:pt x="680675" y="157365"/>
                  <a:pt x="536362" y="13214"/>
                  <a:pt x="359579" y="13214"/>
                </a:cubicBezTo>
                <a:cubicBezTo>
                  <a:pt x="182796" y="13214"/>
                  <a:pt x="39686" y="157365"/>
                  <a:pt x="39686" y="332749"/>
                </a:cubicBezTo>
                <a:cubicBezTo>
                  <a:pt x="39686" y="490114"/>
                  <a:pt x="152731" y="621051"/>
                  <a:pt x="301854" y="648680"/>
                </a:cubicBezTo>
                <a:cubicBezTo>
                  <a:pt x="301854" y="648680"/>
                  <a:pt x="334325" y="610240"/>
                  <a:pt x="288626" y="586214"/>
                </a:cubicBezTo>
                <a:cubicBezTo>
                  <a:pt x="137097" y="496120"/>
                  <a:pt x="212861" y="439661"/>
                  <a:pt x="245332" y="416837"/>
                </a:cubicBezTo>
                <a:cubicBezTo>
                  <a:pt x="190012" y="365183"/>
                  <a:pt x="193620" y="287101"/>
                  <a:pt x="211659" y="266679"/>
                </a:cubicBezTo>
                <a:cubicBezTo>
                  <a:pt x="211659" y="266679"/>
                  <a:pt x="204443" y="323139"/>
                  <a:pt x="299449" y="374793"/>
                </a:cubicBezTo>
                <a:cubicBezTo>
                  <a:pt x="300652" y="374793"/>
                  <a:pt x="301854" y="375994"/>
                  <a:pt x="303057" y="375994"/>
                </a:cubicBezTo>
                <a:cubicBezTo>
                  <a:pt x="310273" y="367585"/>
                  <a:pt x="327109" y="337554"/>
                  <a:pt x="288626" y="315931"/>
                </a:cubicBezTo>
                <a:cubicBezTo>
                  <a:pt x="128679" y="222233"/>
                  <a:pt x="220077" y="164572"/>
                  <a:pt x="250142" y="144151"/>
                </a:cubicBezTo>
                <a:cubicBezTo>
                  <a:pt x="250142" y="144151"/>
                  <a:pt x="238116" y="156164"/>
                  <a:pt x="233306" y="177786"/>
                </a:cubicBezTo>
                <a:cubicBezTo>
                  <a:pt x="228495" y="195805"/>
                  <a:pt x="254953" y="221032"/>
                  <a:pt x="298246" y="243855"/>
                </a:cubicBezTo>
                <a:cubicBezTo>
                  <a:pt x="386037" y="290705"/>
                  <a:pt x="335527" y="366384"/>
                  <a:pt x="306665" y="377195"/>
                </a:cubicBezTo>
                <a:cubicBezTo>
                  <a:pt x="393252" y="428849"/>
                  <a:pt x="325906" y="509334"/>
                  <a:pt x="298246" y="512938"/>
                </a:cubicBezTo>
                <a:cubicBezTo>
                  <a:pt x="298246" y="512938"/>
                  <a:pt x="336730" y="470894"/>
                  <a:pt x="291031" y="445667"/>
                </a:cubicBezTo>
                <a:cubicBezTo>
                  <a:pt x="272992" y="438460"/>
                  <a:pt x="258561" y="428849"/>
                  <a:pt x="246534" y="418038"/>
                </a:cubicBezTo>
                <a:cubicBezTo>
                  <a:pt x="242927" y="422843"/>
                  <a:pt x="235711" y="432453"/>
                  <a:pt x="233306" y="446868"/>
                </a:cubicBezTo>
                <a:cubicBezTo>
                  <a:pt x="228495" y="464887"/>
                  <a:pt x="254953" y="491315"/>
                  <a:pt x="298246" y="512938"/>
                </a:cubicBezTo>
                <a:cubicBezTo>
                  <a:pt x="346351" y="539365"/>
                  <a:pt x="366795" y="574202"/>
                  <a:pt x="358377" y="601831"/>
                </a:cubicBezTo>
                <a:cubicBezTo>
                  <a:pt x="357174" y="604233"/>
                  <a:pt x="357174" y="605435"/>
                  <a:pt x="355972" y="607837"/>
                </a:cubicBezTo>
                <a:cubicBezTo>
                  <a:pt x="341540" y="641472"/>
                  <a:pt x="291031" y="667900"/>
                  <a:pt x="238116" y="690724"/>
                </a:cubicBezTo>
                <a:cubicBezTo>
                  <a:pt x="234508" y="691925"/>
                  <a:pt x="230901" y="693127"/>
                  <a:pt x="227293" y="694328"/>
                </a:cubicBezTo>
                <a:cubicBezTo>
                  <a:pt x="93804" y="641472"/>
                  <a:pt x="0" y="511736"/>
                  <a:pt x="0" y="360378"/>
                </a:cubicBezTo>
                <a:cubicBezTo>
                  <a:pt x="0" y="162170"/>
                  <a:pt x="161149" y="0"/>
                  <a:pt x="359579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4">
                  <a:lumMod val="50000"/>
                </a:schemeClr>
              </a:gs>
              <a:gs pos="42000">
                <a:srgbClr val="FFC000"/>
              </a:gs>
              <a:gs pos="74000">
                <a:schemeClr val="accent4">
                  <a:lumMod val="50000"/>
                </a:schemeClr>
              </a:gs>
              <a:gs pos="93000">
                <a:schemeClr val="accent4">
                  <a:lumMod val="75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6" name="直接连接符 5"/>
          <p:cNvCxnSpPr/>
          <p:nvPr/>
        </p:nvCxnSpPr>
        <p:spPr>
          <a:xfrm>
            <a:off x="966047" y="1517263"/>
            <a:ext cx="5393502" cy="0"/>
          </a:xfrm>
          <a:prstGeom prst="line">
            <a:avLst/>
          </a:prstGeom>
          <a:ln w="31750">
            <a:gradFill>
              <a:gsLst>
                <a:gs pos="0">
                  <a:schemeClr val="accent1">
                    <a:hueOff val="-4200000"/>
                  </a:schemeClr>
                </a:gs>
                <a:gs pos="100000">
                  <a:schemeClr val="accent1"/>
                </a:gs>
              </a:gsLst>
            </a:gra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8" name="文本框 7"/>
          <p:cNvSpPr txBox="1"/>
          <p:nvPr/>
        </p:nvSpPr>
        <p:spPr>
          <a:xfrm>
            <a:off x="871220" y="962025"/>
            <a:ext cx="5612082" cy="56451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marL="0" indent="0" algn="just" defTabSz="26670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800" dirty="0">
                <a:solidFill>
                  <a:srgbClr val="0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本地配置文件的读取和</a:t>
            </a:r>
            <a:r>
              <a:rPr lang="en-US" altLang="zh-CN" sz="2800" dirty="0">
                <a:solidFill>
                  <a:srgbClr val="0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socket</a:t>
            </a:r>
            <a:r>
              <a:rPr lang="zh-CN" altLang="en-US" sz="2800" dirty="0">
                <a:solidFill>
                  <a:srgbClr val="0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连接</a:t>
            </a:r>
            <a:endParaRPr lang="zh-CN" altLang="en-US" sz="2800" dirty="0">
              <a:solidFill>
                <a:srgbClr val="000000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+mn-ea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7267" y="1834773"/>
            <a:ext cx="5104973" cy="4013076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24445" y="2592233"/>
            <a:ext cx="5520288" cy="2498155"/>
          </a:xfrm>
          <a:prstGeom prst="rect">
            <a:avLst/>
          </a:prstGeom>
        </p:spPr>
      </p:pic>
      <p:sp>
        <p:nvSpPr>
          <p:cNvPr id="14" name="文本框 13"/>
          <p:cNvSpPr txBox="1"/>
          <p:nvPr/>
        </p:nvSpPr>
        <p:spPr>
          <a:xfrm>
            <a:off x="2417774" y="5971415"/>
            <a:ext cx="66689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dirty="0">
                <a:latin typeface="华文中宋" panose="02010600040101010101" charset="-122"/>
                <a:ea typeface="华文中宋" panose="02010600040101010101" charset="-122"/>
              </a:rPr>
              <a:t>socket</a:t>
            </a:r>
            <a:r>
              <a:rPr lang="zh-CN" altLang="en-US" dirty="0">
                <a:latin typeface="华文中宋" panose="02010600040101010101" charset="-122"/>
                <a:ea typeface="华文中宋" panose="02010600040101010101" charset="-122"/>
              </a:rPr>
              <a:t>创建，设置，绑定与监听的实现</a:t>
            </a:r>
            <a:endParaRPr lang="zh-CN" altLang="en-US" dirty="0">
              <a:latin typeface="华文中宋" panose="02010600040101010101" charset="-122"/>
              <a:ea typeface="华文中宋" panose="02010600040101010101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>
        <p159:morph option="byObject"/>
      </p:transition>
    </mc:Choice>
    <mc:Fallback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对角圆角矩形 1"/>
          <p:cNvSpPr/>
          <p:nvPr>
            <p:custDataLst>
              <p:tags r:id="rId1"/>
            </p:custDataLst>
          </p:nvPr>
        </p:nvSpPr>
        <p:spPr>
          <a:xfrm>
            <a:off x="-397323" y="292"/>
            <a:ext cx="13160188" cy="956889"/>
          </a:xfrm>
          <a:prstGeom prst="round2DiagRect">
            <a:avLst>
              <a:gd name="adj1" fmla="val 50000"/>
              <a:gd name="adj2" fmla="val 0"/>
            </a:avLst>
          </a:prstGeom>
          <a:gradFill>
            <a:gsLst>
              <a:gs pos="0">
                <a:srgbClr val="5D9D72">
                  <a:alpha val="100000"/>
                </a:srgbClr>
              </a:gs>
              <a:gs pos="49000">
                <a:srgbClr val="6EA844"/>
              </a:gs>
              <a:gs pos="100000">
                <a:srgbClr val="1D7546"/>
              </a:gs>
            </a:gsLst>
            <a:lin ang="10800000" scaled="0"/>
          </a:gradFill>
          <a:ln>
            <a:noFill/>
          </a:ln>
          <a:effectLst>
            <a:outerShdw blurRad="50800" dist="38100" dir="2700000" algn="tl" rotWithShape="0">
              <a:prstClr val="black">
                <a:alpha val="2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3" name="图片 2" descr="带字透明底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rcRect t="29740" b="22457"/>
          <a:stretch>
            <a:fillRect/>
          </a:stretch>
        </p:blipFill>
        <p:spPr>
          <a:xfrm>
            <a:off x="9144000" y="103505"/>
            <a:ext cx="3048000" cy="746125"/>
          </a:xfrm>
          <a:prstGeom prst="rect">
            <a:avLst/>
          </a:prstGeom>
        </p:spPr>
      </p:pic>
      <p:sp>
        <p:nvSpPr>
          <p:cNvPr id="11" name="文本框 10"/>
          <p:cNvSpPr txBox="1"/>
          <p:nvPr>
            <p:custDataLst>
              <p:tags r:id="rId4"/>
            </p:custDataLst>
          </p:nvPr>
        </p:nvSpPr>
        <p:spPr>
          <a:xfrm>
            <a:off x="324485" y="173990"/>
            <a:ext cx="5264785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800" spc="100" dirty="0">
                <a:solidFill>
                  <a:schemeClr val="bg1"/>
                </a:solidFill>
                <a:uFillTx/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2.</a:t>
            </a:r>
            <a:r>
              <a:rPr lang="zh-CN" altLang="en-US" sz="3800" spc="100" dirty="0">
                <a:solidFill>
                  <a:schemeClr val="bg1"/>
                </a:solidFill>
                <a:uFillTx/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问题解决流程</a:t>
            </a:r>
            <a:endParaRPr lang="zh-CN" altLang="en-US" sz="3800" spc="100" dirty="0">
              <a:solidFill>
                <a:schemeClr val="bg1"/>
              </a:solidFill>
              <a:uFillTx/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endParaRPr lang="zh-CN" altLang="en-US" sz="3800" spc="100" dirty="0">
              <a:solidFill>
                <a:schemeClr val="bg1"/>
              </a:solidFill>
              <a:uFillTx/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19" name="任意多边形: 形状 3"/>
          <p:cNvSpPr/>
          <p:nvPr/>
        </p:nvSpPr>
        <p:spPr>
          <a:xfrm>
            <a:off x="-497205" y="-2540"/>
            <a:ext cx="984250" cy="959485"/>
          </a:xfrm>
          <a:custGeom>
            <a:avLst/>
            <a:gdLst>
              <a:gd name="connsiteX0" fmla="*/ 365592 w 719551"/>
              <a:gd name="connsiteY0" fmla="*/ 49251 h 694328"/>
              <a:gd name="connsiteX1" fmla="*/ 383631 w 719551"/>
              <a:gd name="connsiteY1" fmla="*/ 88893 h 694328"/>
              <a:gd name="connsiteX2" fmla="*/ 371605 w 719551"/>
              <a:gd name="connsiteY2" fmla="*/ 228239 h 694328"/>
              <a:gd name="connsiteX3" fmla="*/ 364390 w 719551"/>
              <a:gd name="connsiteY3" fmla="*/ 245057 h 694328"/>
              <a:gd name="connsiteX4" fmla="*/ 333122 w 719551"/>
              <a:gd name="connsiteY4" fmla="*/ 103308 h 694328"/>
              <a:gd name="connsiteX5" fmla="*/ 365592 w 719551"/>
              <a:gd name="connsiteY5" fmla="*/ 49251 h 694328"/>
              <a:gd name="connsiteX6" fmla="*/ 359579 w 719551"/>
              <a:gd name="connsiteY6" fmla="*/ 0 h 694328"/>
              <a:gd name="connsiteX7" fmla="*/ 691893 w 719551"/>
              <a:gd name="connsiteY7" fmla="*/ 220450 h 694328"/>
              <a:gd name="connsiteX8" fmla="*/ 712525 w 719551"/>
              <a:gd name="connsiteY8" fmla="*/ 286472 h 694328"/>
              <a:gd name="connsiteX9" fmla="*/ 719551 w 719551"/>
              <a:gd name="connsiteY9" fmla="*/ 356173 h 694328"/>
              <a:gd name="connsiteX10" fmla="*/ 712152 w 719551"/>
              <a:gd name="connsiteY10" fmla="*/ 429569 h 694328"/>
              <a:gd name="connsiteX11" fmla="*/ 694106 w 719551"/>
              <a:gd name="connsiteY11" fmla="*/ 487706 h 694328"/>
              <a:gd name="connsiteX12" fmla="*/ 671448 w 719551"/>
              <a:gd name="connsiteY12" fmla="*/ 533826 h 694328"/>
              <a:gd name="connsiteX13" fmla="*/ 657355 w 719551"/>
              <a:gd name="connsiteY13" fmla="*/ 559790 h 694328"/>
              <a:gd name="connsiteX14" fmla="*/ 634026 w 719551"/>
              <a:gd name="connsiteY14" fmla="*/ 588066 h 694328"/>
              <a:gd name="connsiteX15" fmla="*/ 601635 w 719551"/>
              <a:gd name="connsiteY15" fmla="*/ 622971 h 694328"/>
              <a:gd name="connsiteX16" fmla="*/ 567891 w 719551"/>
              <a:gd name="connsiteY16" fmla="*/ 650812 h 694328"/>
              <a:gd name="connsiteX17" fmla="*/ 515863 w 719551"/>
              <a:gd name="connsiteY17" fmla="*/ 681565 h 694328"/>
              <a:gd name="connsiteX18" fmla="*/ 497126 w 719551"/>
              <a:gd name="connsiteY18" fmla="*/ 691735 h 694328"/>
              <a:gd name="connsiteX19" fmla="*/ 491302 w 719551"/>
              <a:gd name="connsiteY19" fmla="*/ 693543 h 694328"/>
              <a:gd name="connsiteX20" fmla="*/ 482245 w 719551"/>
              <a:gd name="connsiteY20" fmla="*/ 689523 h 694328"/>
              <a:gd name="connsiteX21" fmla="*/ 364390 w 719551"/>
              <a:gd name="connsiteY21" fmla="*/ 609038 h 694328"/>
              <a:gd name="connsiteX22" fmla="*/ 361985 w 719551"/>
              <a:gd name="connsiteY22" fmla="*/ 601831 h 694328"/>
              <a:gd name="connsiteX23" fmla="*/ 424520 w 719551"/>
              <a:gd name="connsiteY23" fmla="*/ 512938 h 694328"/>
              <a:gd name="connsiteX24" fmla="*/ 489461 w 719551"/>
              <a:gd name="connsiteY24" fmla="*/ 446868 h 694328"/>
              <a:gd name="connsiteX25" fmla="*/ 475029 w 719551"/>
              <a:gd name="connsiteY25" fmla="*/ 418038 h 694328"/>
              <a:gd name="connsiteX26" fmla="*/ 430533 w 719551"/>
              <a:gd name="connsiteY26" fmla="*/ 445667 h 694328"/>
              <a:gd name="connsiteX27" fmla="*/ 424520 w 719551"/>
              <a:gd name="connsiteY27" fmla="*/ 512938 h 694328"/>
              <a:gd name="connsiteX28" fmla="*/ 416102 w 719551"/>
              <a:gd name="connsiteY28" fmla="*/ 377195 h 694328"/>
              <a:gd name="connsiteX29" fmla="*/ 424520 w 719551"/>
              <a:gd name="connsiteY29" fmla="*/ 243855 h 694328"/>
              <a:gd name="connsiteX30" fmla="*/ 489461 w 719551"/>
              <a:gd name="connsiteY30" fmla="*/ 177786 h 694328"/>
              <a:gd name="connsiteX31" fmla="*/ 471422 w 719551"/>
              <a:gd name="connsiteY31" fmla="*/ 144151 h 694328"/>
              <a:gd name="connsiteX32" fmla="*/ 432938 w 719551"/>
              <a:gd name="connsiteY32" fmla="*/ 315931 h 694328"/>
              <a:gd name="connsiteX33" fmla="*/ 418507 w 719551"/>
              <a:gd name="connsiteY33" fmla="*/ 375994 h 694328"/>
              <a:gd name="connsiteX34" fmla="*/ 422115 w 719551"/>
              <a:gd name="connsiteY34" fmla="*/ 374793 h 694328"/>
              <a:gd name="connsiteX35" fmla="*/ 511108 w 719551"/>
              <a:gd name="connsiteY35" fmla="*/ 266679 h 694328"/>
              <a:gd name="connsiteX36" fmla="*/ 476232 w 719551"/>
              <a:gd name="connsiteY36" fmla="*/ 416837 h 694328"/>
              <a:gd name="connsiteX37" fmla="*/ 432938 w 719551"/>
              <a:gd name="connsiteY37" fmla="*/ 586214 h 694328"/>
              <a:gd name="connsiteX38" fmla="*/ 420912 w 719551"/>
              <a:gd name="connsiteY38" fmla="*/ 647479 h 694328"/>
              <a:gd name="connsiteX39" fmla="*/ 680675 w 719551"/>
              <a:gd name="connsiteY39" fmla="*/ 332749 h 694328"/>
              <a:gd name="connsiteX40" fmla="*/ 359579 w 719551"/>
              <a:gd name="connsiteY40" fmla="*/ 13214 h 694328"/>
              <a:gd name="connsiteX41" fmla="*/ 39686 w 719551"/>
              <a:gd name="connsiteY41" fmla="*/ 332749 h 694328"/>
              <a:gd name="connsiteX42" fmla="*/ 301854 w 719551"/>
              <a:gd name="connsiteY42" fmla="*/ 648680 h 694328"/>
              <a:gd name="connsiteX43" fmla="*/ 288626 w 719551"/>
              <a:gd name="connsiteY43" fmla="*/ 586214 h 694328"/>
              <a:gd name="connsiteX44" fmla="*/ 245332 w 719551"/>
              <a:gd name="connsiteY44" fmla="*/ 416837 h 694328"/>
              <a:gd name="connsiteX45" fmla="*/ 211659 w 719551"/>
              <a:gd name="connsiteY45" fmla="*/ 266679 h 694328"/>
              <a:gd name="connsiteX46" fmla="*/ 299449 w 719551"/>
              <a:gd name="connsiteY46" fmla="*/ 374793 h 694328"/>
              <a:gd name="connsiteX47" fmla="*/ 303057 w 719551"/>
              <a:gd name="connsiteY47" fmla="*/ 375994 h 694328"/>
              <a:gd name="connsiteX48" fmla="*/ 288626 w 719551"/>
              <a:gd name="connsiteY48" fmla="*/ 315931 h 694328"/>
              <a:gd name="connsiteX49" fmla="*/ 250142 w 719551"/>
              <a:gd name="connsiteY49" fmla="*/ 144151 h 694328"/>
              <a:gd name="connsiteX50" fmla="*/ 233306 w 719551"/>
              <a:gd name="connsiteY50" fmla="*/ 177786 h 694328"/>
              <a:gd name="connsiteX51" fmla="*/ 298246 w 719551"/>
              <a:gd name="connsiteY51" fmla="*/ 243855 h 694328"/>
              <a:gd name="connsiteX52" fmla="*/ 306665 w 719551"/>
              <a:gd name="connsiteY52" fmla="*/ 377195 h 694328"/>
              <a:gd name="connsiteX53" fmla="*/ 298246 w 719551"/>
              <a:gd name="connsiteY53" fmla="*/ 512938 h 694328"/>
              <a:gd name="connsiteX54" fmla="*/ 291031 w 719551"/>
              <a:gd name="connsiteY54" fmla="*/ 445667 h 694328"/>
              <a:gd name="connsiteX55" fmla="*/ 246534 w 719551"/>
              <a:gd name="connsiteY55" fmla="*/ 418038 h 694328"/>
              <a:gd name="connsiteX56" fmla="*/ 233306 w 719551"/>
              <a:gd name="connsiteY56" fmla="*/ 446868 h 694328"/>
              <a:gd name="connsiteX57" fmla="*/ 298246 w 719551"/>
              <a:gd name="connsiteY57" fmla="*/ 512938 h 694328"/>
              <a:gd name="connsiteX58" fmla="*/ 358377 w 719551"/>
              <a:gd name="connsiteY58" fmla="*/ 601831 h 694328"/>
              <a:gd name="connsiteX59" fmla="*/ 355972 w 719551"/>
              <a:gd name="connsiteY59" fmla="*/ 607837 h 694328"/>
              <a:gd name="connsiteX60" fmla="*/ 238116 w 719551"/>
              <a:gd name="connsiteY60" fmla="*/ 690724 h 694328"/>
              <a:gd name="connsiteX61" fmla="*/ 227293 w 719551"/>
              <a:gd name="connsiteY61" fmla="*/ 694328 h 694328"/>
              <a:gd name="connsiteX62" fmla="*/ 0 w 719551"/>
              <a:gd name="connsiteY62" fmla="*/ 360378 h 694328"/>
              <a:gd name="connsiteX63" fmla="*/ 359579 w 719551"/>
              <a:gd name="connsiteY63" fmla="*/ 0 h 6943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</a:cxnLst>
            <a:rect l="l" t="t" r="r" b="b"/>
            <a:pathLst>
              <a:path w="719551" h="694328">
                <a:moveTo>
                  <a:pt x="365592" y="49251"/>
                </a:moveTo>
                <a:cubicBezTo>
                  <a:pt x="365592" y="54056"/>
                  <a:pt x="383631" y="88893"/>
                  <a:pt x="383631" y="88893"/>
                </a:cubicBezTo>
                <a:cubicBezTo>
                  <a:pt x="426925" y="153761"/>
                  <a:pt x="372808" y="225837"/>
                  <a:pt x="371605" y="228239"/>
                </a:cubicBezTo>
                <a:cubicBezTo>
                  <a:pt x="369200" y="230642"/>
                  <a:pt x="364390" y="239050"/>
                  <a:pt x="364390" y="245057"/>
                </a:cubicBezTo>
                <a:cubicBezTo>
                  <a:pt x="300652" y="199409"/>
                  <a:pt x="318691" y="126132"/>
                  <a:pt x="333122" y="103308"/>
                </a:cubicBezTo>
                <a:cubicBezTo>
                  <a:pt x="348756" y="79283"/>
                  <a:pt x="365592" y="49251"/>
                  <a:pt x="365592" y="49251"/>
                </a:cubicBezTo>
                <a:close/>
                <a:moveTo>
                  <a:pt x="359579" y="0"/>
                </a:moveTo>
                <a:cubicBezTo>
                  <a:pt x="508402" y="0"/>
                  <a:pt x="636930" y="91220"/>
                  <a:pt x="691893" y="220450"/>
                </a:cubicBezTo>
                <a:lnTo>
                  <a:pt x="712525" y="286472"/>
                </a:lnTo>
                <a:lnTo>
                  <a:pt x="719551" y="356173"/>
                </a:lnTo>
                <a:cubicBezTo>
                  <a:pt x="719551" y="381315"/>
                  <a:pt x="717004" y="405861"/>
                  <a:pt x="712152" y="429569"/>
                </a:cubicBezTo>
                <a:lnTo>
                  <a:pt x="694106" y="487706"/>
                </a:lnTo>
                <a:lnTo>
                  <a:pt x="671448" y="533826"/>
                </a:lnTo>
                <a:lnTo>
                  <a:pt x="657355" y="559790"/>
                </a:lnTo>
                <a:lnTo>
                  <a:pt x="634026" y="588066"/>
                </a:lnTo>
                <a:lnTo>
                  <a:pt x="601635" y="622971"/>
                </a:lnTo>
                <a:lnTo>
                  <a:pt x="567891" y="650812"/>
                </a:lnTo>
                <a:lnTo>
                  <a:pt x="515863" y="681565"/>
                </a:lnTo>
                <a:lnTo>
                  <a:pt x="497126" y="691735"/>
                </a:lnTo>
                <a:lnTo>
                  <a:pt x="491302" y="693543"/>
                </a:lnTo>
                <a:lnTo>
                  <a:pt x="482245" y="689523"/>
                </a:lnTo>
                <a:cubicBezTo>
                  <a:pt x="430533" y="667900"/>
                  <a:pt x="378821" y="641472"/>
                  <a:pt x="364390" y="609038"/>
                </a:cubicBezTo>
                <a:cubicBezTo>
                  <a:pt x="363187" y="605435"/>
                  <a:pt x="361985" y="604233"/>
                  <a:pt x="361985" y="601831"/>
                </a:cubicBezTo>
                <a:cubicBezTo>
                  <a:pt x="353566" y="574202"/>
                  <a:pt x="375213" y="539365"/>
                  <a:pt x="424520" y="512938"/>
                </a:cubicBezTo>
                <a:cubicBezTo>
                  <a:pt x="466611" y="491315"/>
                  <a:pt x="493069" y="464887"/>
                  <a:pt x="489461" y="446868"/>
                </a:cubicBezTo>
                <a:cubicBezTo>
                  <a:pt x="485853" y="432453"/>
                  <a:pt x="479840" y="422843"/>
                  <a:pt x="475029" y="418038"/>
                </a:cubicBezTo>
                <a:cubicBezTo>
                  <a:pt x="463003" y="428849"/>
                  <a:pt x="448572" y="438460"/>
                  <a:pt x="430533" y="445667"/>
                </a:cubicBezTo>
                <a:cubicBezTo>
                  <a:pt x="384834" y="470894"/>
                  <a:pt x="424520" y="512938"/>
                  <a:pt x="424520" y="512938"/>
                </a:cubicBezTo>
                <a:cubicBezTo>
                  <a:pt x="396860" y="509334"/>
                  <a:pt x="328312" y="428849"/>
                  <a:pt x="416102" y="377195"/>
                </a:cubicBezTo>
                <a:cubicBezTo>
                  <a:pt x="386037" y="366384"/>
                  <a:pt x="335527" y="290705"/>
                  <a:pt x="424520" y="243855"/>
                </a:cubicBezTo>
                <a:cubicBezTo>
                  <a:pt x="466611" y="221032"/>
                  <a:pt x="493069" y="195805"/>
                  <a:pt x="489461" y="177786"/>
                </a:cubicBezTo>
                <a:cubicBezTo>
                  <a:pt x="484650" y="156164"/>
                  <a:pt x="471422" y="144151"/>
                  <a:pt x="471422" y="144151"/>
                </a:cubicBezTo>
                <a:cubicBezTo>
                  <a:pt x="501487" y="164572"/>
                  <a:pt x="592885" y="222233"/>
                  <a:pt x="432938" y="315931"/>
                </a:cubicBezTo>
                <a:cubicBezTo>
                  <a:pt x="394455" y="337554"/>
                  <a:pt x="411291" y="367585"/>
                  <a:pt x="418507" y="375994"/>
                </a:cubicBezTo>
                <a:cubicBezTo>
                  <a:pt x="419710" y="375994"/>
                  <a:pt x="420912" y="374793"/>
                  <a:pt x="422115" y="374793"/>
                </a:cubicBezTo>
                <a:cubicBezTo>
                  <a:pt x="518323" y="323139"/>
                  <a:pt x="511108" y="266679"/>
                  <a:pt x="511108" y="266679"/>
                </a:cubicBezTo>
                <a:cubicBezTo>
                  <a:pt x="529147" y="287101"/>
                  <a:pt x="531552" y="365183"/>
                  <a:pt x="476232" y="416837"/>
                </a:cubicBezTo>
                <a:cubicBezTo>
                  <a:pt x="509905" y="439661"/>
                  <a:pt x="584467" y="496120"/>
                  <a:pt x="432938" y="586214"/>
                </a:cubicBezTo>
                <a:cubicBezTo>
                  <a:pt x="388442" y="610240"/>
                  <a:pt x="418507" y="646277"/>
                  <a:pt x="420912" y="647479"/>
                </a:cubicBezTo>
                <a:cubicBezTo>
                  <a:pt x="568833" y="619850"/>
                  <a:pt x="680675" y="488912"/>
                  <a:pt x="680675" y="332749"/>
                </a:cubicBezTo>
                <a:cubicBezTo>
                  <a:pt x="680675" y="157365"/>
                  <a:pt x="536362" y="13214"/>
                  <a:pt x="359579" y="13214"/>
                </a:cubicBezTo>
                <a:cubicBezTo>
                  <a:pt x="182796" y="13214"/>
                  <a:pt x="39686" y="157365"/>
                  <a:pt x="39686" y="332749"/>
                </a:cubicBezTo>
                <a:cubicBezTo>
                  <a:pt x="39686" y="490114"/>
                  <a:pt x="152731" y="621051"/>
                  <a:pt x="301854" y="648680"/>
                </a:cubicBezTo>
                <a:cubicBezTo>
                  <a:pt x="301854" y="648680"/>
                  <a:pt x="334325" y="610240"/>
                  <a:pt x="288626" y="586214"/>
                </a:cubicBezTo>
                <a:cubicBezTo>
                  <a:pt x="137097" y="496120"/>
                  <a:pt x="212861" y="439661"/>
                  <a:pt x="245332" y="416837"/>
                </a:cubicBezTo>
                <a:cubicBezTo>
                  <a:pt x="190012" y="365183"/>
                  <a:pt x="193620" y="287101"/>
                  <a:pt x="211659" y="266679"/>
                </a:cubicBezTo>
                <a:cubicBezTo>
                  <a:pt x="211659" y="266679"/>
                  <a:pt x="204443" y="323139"/>
                  <a:pt x="299449" y="374793"/>
                </a:cubicBezTo>
                <a:cubicBezTo>
                  <a:pt x="300652" y="374793"/>
                  <a:pt x="301854" y="375994"/>
                  <a:pt x="303057" y="375994"/>
                </a:cubicBezTo>
                <a:cubicBezTo>
                  <a:pt x="310273" y="367585"/>
                  <a:pt x="327109" y="337554"/>
                  <a:pt x="288626" y="315931"/>
                </a:cubicBezTo>
                <a:cubicBezTo>
                  <a:pt x="128679" y="222233"/>
                  <a:pt x="220077" y="164572"/>
                  <a:pt x="250142" y="144151"/>
                </a:cubicBezTo>
                <a:cubicBezTo>
                  <a:pt x="250142" y="144151"/>
                  <a:pt x="238116" y="156164"/>
                  <a:pt x="233306" y="177786"/>
                </a:cubicBezTo>
                <a:cubicBezTo>
                  <a:pt x="228495" y="195805"/>
                  <a:pt x="254953" y="221032"/>
                  <a:pt x="298246" y="243855"/>
                </a:cubicBezTo>
                <a:cubicBezTo>
                  <a:pt x="386037" y="290705"/>
                  <a:pt x="335527" y="366384"/>
                  <a:pt x="306665" y="377195"/>
                </a:cubicBezTo>
                <a:cubicBezTo>
                  <a:pt x="393252" y="428849"/>
                  <a:pt x="325906" y="509334"/>
                  <a:pt x="298246" y="512938"/>
                </a:cubicBezTo>
                <a:cubicBezTo>
                  <a:pt x="298246" y="512938"/>
                  <a:pt x="336730" y="470894"/>
                  <a:pt x="291031" y="445667"/>
                </a:cubicBezTo>
                <a:cubicBezTo>
                  <a:pt x="272992" y="438460"/>
                  <a:pt x="258561" y="428849"/>
                  <a:pt x="246534" y="418038"/>
                </a:cubicBezTo>
                <a:cubicBezTo>
                  <a:pt x="242927" y="422843"/>
                  <a:pt x="235711" y="432453"/>
                  <a:pt x="233306" y="446868"/>
                </a:cubicBezTo>
                <a:cubicBezTo>
                  <a:pt x="228495" y="464887"/>
                  <a:pt x="254953" y="491315"/>
                  <a:pt x="298246" y="512938"/>
                </a:cubicBezTo>
                <a:cubicBezTo>
                  <a:pt x="346351" y="539365"/>
                  <a:pt x="366795" y="574202"/>
                  <a:pt x="358377" y="601831"/>
                </a:cubicBezTo>
                <a:cubicBezTo>
                  <a:pt x="357174" y="604233"/>
                  <a:pt x="357174" y="605435"/>
                  <a:pt x="355972" y="607837"/>
                </a:cubicBezTo>
                <a:cubicBezTo>
                  <a:pt x="341540" y="641472"/>
                  <a:pt x="291031" y="667900"/>
                  <a:pt x="238116" y="690724"/>
                </a:cubicBezTo>
                <a:cubicBezTo>
                  <a:pt x="234508" y="691925"/>
                  <a:pt x="230901" y="693127"/>
                  <a:pt x="227293" y="694328"/>
                </a:cubicBezTo>
                <a:cubicBezTo>
                  <a:pt x="93804" y="641472"/>
                  <a:pt x="0" y="511736"/>
                  <a:pt x="0" y="360378"/>
                </a:cubicBezTo>
                <a:cubicBezTo>
                  <a:pt x="0" y="162170"/>
                  <a:pt x="161149" y="0"/>
                  <a:pt x="359579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4">
                  <a:lumMod val="50000"/>
                </a:schemeClr>
              </a:gs>
              <a:gs pos="42000">
                <a:srgbClr val="FFC000"/>
              </a:gs>
              <a:gs pos="74000">
                <a:schemeClr val="accent4">
                  <a:lumMod val="50000"/>
                </a:schemeClr>
              </a:gs>
              <a:gs pos="93000">
                <a:schemeClr val="accent4">
                  <a:lumMod val="75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6" name="直接连接符 5"/>
          <p:cNvCxnSpPr/>
          <p:nvPr/>
        </p:nvCxnSpPr>
        <p:spPr>
          <a:xfrm>
            <a:off x="966047" y="1517263"/>
            <a:ext cx="3839709" cy="0"/>
          </a:xfrm>
          <a:prstGeom prst="line">
            <a:avLst/>
          </a:prstGeom>
          <a:ln w="31750">
            <a:gradFill>
              <a:gsLst>
                <a:gs pos="0">
                  <a:schemeClr val="accent1">
                    <a:hueOff val="-4200000"/>
                  </a:schemeClr>
                </a:gs>
                <a:gs pos="100000">
                  <a:schemeClr val="accent1"/>
                </a:gs>
              </a:gsLst>
            </a:gra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8" name="文本框 7"/>
          <p:cNvSpPr txBox="1"/>
          <p:nvPr/>
        </p:nvSpPr>
        <p:spPr>
          <a:xfrm>
            <a:off x="869794" y="951945"/>
            <a:ext cx="4560178" cy="531522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marL="0" indent="0" algn="just" defTabSz="26670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800" dirty="0">
                <a:solidFill>
                  <a:srgbClr val="0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对</a:t>
            </a:r>
            <a:r>
              <a:rPr lang="en-US" altLang="zh-CN" sz="2800" dirty="0">
                <a:solidFill>
                  <a:srgbClr val="0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HTTP</a:t>
            </a:r>
            <a:r>
              <a:rPr lang="zh-CN" altLang="en-US" sz="2800" dirty="0">
                <a:solidFill>
                  <a:srgbClr val="0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请求消息的处理</a:t>
            </a:r>
            <a:endParaRPr lang="zh-CN" altLang="en-US" sz="2800" dirty="0">
              <a:solidFill>
                <a:srgbClr val="000000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+mn-ea"/>
            </a:endParaRPr>
          </a:p>
        </p:txBody>
      </p:sp>
      <p:pic>
        <p:nvPicPr>
          <p:cNvPr id="9" name="图片 8" descr="在这里插入图片描述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47407" y="2087663"/>
            <a:ext cx="7595530" cy="3253074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文本框 11"/>
          <p:cNvSpPr txBox="1"/>
          <p:nvPr/>
        </p:nvSpPr>
        <p:spPr>
          <a:xfrm>
            <a:off x="4062978" y="5721389"/>
            <a:ext cx="31353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latin typeface="华文中宋" panose="02010600040101010101" charset="-122"/>
                <a:ea typeface="华文中宋" panose="02010600040101010101" charset="-122"/>
              </a:rPr>
              <a:t>HTTP</a:t>
            </a:r>
            <a:r>
              <a:rPr lang="zh-CN" altLang="en-US" dirty="0">
                <a:latin typeface="华文中宋" panose="02010600040101010101" charset="-122"/>
                <a:ea typeface="华文中宋" panose="02010600040101010101" charset="-122"/>
              </a:rPr>
              <a:t>请求消息的结构与内容</a:t>
            </a:r>
            <a:endParaRPr lang="zh-CN" altLang="en-US" dirty="0">
              <a:latin typeface="华文中宋" panose="02010600040101010101" charset="-122"/>
              <a:ea typeface="华文中宋" panose="02010600040101010101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>
        <p159:morph option="byObject"/>
      </p:transition>
    </mc:Choice>
    <mc:Fallback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对角圆角矩形 1"/>
          <p:cNvSpPr/>
          <p:nvPr>
            <p:custDataLst>
              <p:tags r:id="rId1"/>
            </p:custDataLst>
          </p:nvPr>
        </p:nvSpPr>
        <p:spPr>
          <a:xfrm>
            <a:off x="-397323" y="292"/>
            <a:ext cx="13160188" cy="956889"/>
          </a:xfrm>
          <a:prstGeom prst="round2DiagRect">
            <a:avLst>
              <a:gd name="adj1" fmla="val 50000"/>
              <a:gd name="adj2" fmla="val 0"/>
            </a:avLst>
          </a:prstGeom>
          <a:gradFill>
            <a:gsLst>
              <a:gs pos="0">
                <a:srgbClr val="5D9D72">
                  <a:alpha val="100000"/>
                </a:srgbClr>
              </a:gs>
              <a:gs pos="49000">
                <a:srgbClr val="6EA844"/>
              </a:gs>
              <a:gs pos="100000">
                <a:srgbClr val="1D7546"/>
              </a:gs>
            </a:gsLst>
            <a:lin ang="10800000" scaled="0"/>
          </a:gradFill>
          <a:ln>
            <a:noFill/>
          </a:ln>
          <a:effectLst>
            <a:outerShdw blurRad="50800" dist="38100" dir="2700000" algn="tl" rotWithShape="0">
              <a:prstClr val="black">
                <a:alpha val="2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3" name="图片 2" descr="带字透明底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rcRect t="29740" b="22457"/>
          <a:stretch>
            <a:fillRect/>
          </a:stretch>
        </p:blipFill>
        <p:spPr>
          <a:xfrm>
            <a:off x="9144000" y="103505"/>
            <a:ext cx="3048000" cy="746125"/>
          </a:xfrm>
          <a:prstGeom prst="rect">
            <a:avLst/>
          </a:prstGeom>
        </p:spPr>
      </p:pic>
      <p:sp>
        <p:nvSpPr>
          <p:cNvPr id="11" name="文本框 10"/>
          <p:cNvSpPr txBox="1"/>
          <p:nvPr>
            <p:custDataLst>
              <p:tags r:id="rId4"/>
            </p:custDataLst>
          </p:nvPr>
        </p:nvSpPr>
        <p:spPr>
          <a:xfrm>
            <a:off x="324485" y="173990"/>
            <a:ext cx="5264785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800" spc="100" dirty="0">
                <a:solidFill>
                  <a:schemeClr val="bg1"/>
                </a:solidFill>
                <a:uFillTx/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2.</a:t>
            </a:r>
            <a:r>
              <a:rPr lang="zh-CN" altLang="en-US" sz="3800" spc="100" dirty="0">
                <a:solidFill>
                  <a:schemeClr val="bg1"/>
                </a:solidFill>
                <a:uFillTx/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问题解决流程</a:t>
            </a:r>
            <a:endParaRPr lang="zh-CN" altLang="en-US" sz="3800" spc="100" dirty="0">
              <a:solidFill>
                <a:schemeClr val="bg1"/>
              </a:solidFill>
              <a:uFillTx/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endParaRPr lang="zh-CN" altLang="en-US" sz="3800" spc="100" dirty="0">
              <a:solidFill>
                <a:schemeClr val="bg1"/>
              </a:solidFill>
              <a:uFillTx/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19" name="任意多边形: 形状 3"/>
          <p:cNvSpPr/>
          <p:nvPr/>
        </p:nvSpPr>
        <p:spPr>
          <a:xfrm>
            <a:off x="-497205" y="-2540"/>
            <a:ext cx="984250" cy="959485"/>
          </a:xfrm>
          <a:custGeom>
            <a:avLst/>
            <a:gdLst>
              <a:gd name="connsiteX0" fmla="*/ 365592 w 719551"/>
              <a:gd name="connsiteY0" fmla="*/ 49251 h 694328"/>
              <a:gd name="connsiteX1" fmla="*/ 383631 w 719551"/>
              <a:gd name="connsiteY1" fmla="*/ 88893 h 694328"/>
              <a:gd name="connsiteX2" fmla="*/ 371605 w 719551"/>
              <a:gd name="connsiteY2" fmla="*/ 228239 h 694328"/>
              <a:gd name="connsiteX3" fmla="*/ 364390 w 719551"/>
              <a:gd name="connsiteY3" fmla="*/ 245057 h 694328"/>
              <a:gd name="connsiteX4" fmla="*/ 333122 w 719551"/>
              <a:gd name="connsiteY4" fmla="*/ 103308 h 694328"/>
              <a:gd name="connsiteX5" fmla="*/ 365592 w 719551"/>
              <a:gd name="connsiteY5" fmla="*/ 49251 h 694328"/>
              <a:gd name="connsiteX6" fmla="*/ 359579 w 719551"/>
              <a:gd name="connsiteY6" fmla="*/ 0 h 694328"/>
              <a:gd name="connsiteX7" fmla="*/ 691893 w 719551"/>
              <a:gd name="connsiteY7" fmla="*/ 220450 h 694328"/>
              <a:gd name="connsiteX8" fmla="*/ 712525 w 719551"/>
              <a:gd name="connsiteY8" fmla="*/ 286472 h 694328"/>
              <a:gd name="connsiteX9" fmla="*/ 719551 w 719551"/>
              <a:gd name="connsiteY9" fmla="*/ 356173 h 694328"/>
              <a:gd name="connsiteX10" fmla="*/ 712152 w 719551"/>
              <a:gd name="connsiteY10" fmla="*/ 429569 h 694328"/>
              <a:gd name="connsiteX11" fmla="*/ 694106 w 719551"/>
              <a:gd name="connsiteY11" fmla="*/ 487706 h 694328"/>
              <a:gd name="connsiteX12" fmla="*/ 671448 w 719551"/>
              <a:gd name="connsiteY12" fmla="*/ 533826 h 694328"/>
              <a:gd name="connsiteX13" fmla="*/ 657355 w 719551"/>
              <a:gd name="connsiteY13" fmla="*/ 559790 h 694328"/>
              <a:gd name="connsiteX14" fmla="*/ 634026 w 719551"/>
              <a:gd name="connsiteY14" fmla="*/ 588066 h 694328"/>
              <a:gd name="connsiteX15" fmla="*/ 601635 w 719551"/>
              <a:gd name="connsiteY15" fmla="*/ 622971 h 694328"/>
              <a:gd name="connsiteX16" fmla="*/ 567891 w 719551"/>
              <a:gd name="connsiteY16" fmla="*/ 650812 h 694328"/>
              <a:gd name="connsiteX17" fmla="*/ 515863 w 719551"/>
              <a:gd name="connsiteY17" fmla="*/ 681565 h 694328"/>
              <a:gd name="connsiteX18" fmla="*/ 497126 w 719551"/>
              <a:gd name="connsiteY18" fmla="*/ 691735 h 694328"/>
              <a:gd name="connsiteX19" fmla="*/ 491302 w 719551"/>
              <a:gd name="connsiteY19" fmla="*/ 693543 h 694328"/>
              <a:gd name="connsiteX20" fmla="*/ 482245 w 719551"/>
              <a:gd name="connsiteY20" fmla="*/ 689523 h 694328"/>
              <a:gd name="connsiteX21" fmla="*/ 364390 w 719551"/>
              <a:gd name="connsiteY21" fmla="*/ 609038 h 694328"/>
              <a:gd name="connsiteX22" fmla="*/ 361985 w 719551"/>
              <a:gd name="connsiteY22" fmla="*/ 601831 h 694328"/>
              <a:gd name="connsiteX23" fmla="*/ 424520 w 719551"/>
              <a:gd name="connsiteY23" fmla="*/ 512938 h 694328"/>
              <a:gd name="connsiteX24" fmla="*/ 489461 w 719551"/>
              <a:gd name="connsiteY24" fmla="*/ 446868 h 694328"/>
              <a:gd name="connsiteX25" fmla="*/ 475029 w 719551"/>
              <a:gd name="connsiteY25" fmla="*/ 418038 h 694328"/>
              <a:gd name="connsiteX26" fmla="*/ 430533 w 719551"/>
              <a:gd name="connsiteY26" fmla="*/ 445667 h 694328"/>
              <a:gd name="connsiteX27" fmla="*/ 424520 w 719551"/>
              <a:gd name="connsiteY27" fmla="*/ 512938 h 694328"/>
              <a:gd name="connsiteX28" fmla="*/ 416102 w 719551"/>
              <a:gd name="connsiteY28" fmla="*/ 377195 h 694328"/>
              <a:gd name="connsiteX29" fmla="*/ 424520 w 719551"/>
              <a:gd name="connsiteY29" fmla="*/ 243855 h 694328"/>
              <a:gd name="connsiteX30" fmla="*/ 489461 w 719551"/>
              <a:gd name="connsiteY30" fmla="*/ 177786 h 694328"/>
              <a:gd name="connsiteX31" fmla="*/ 471422 w 719551"/>
              <a:gd name="connsiteY31" fmla="*/ 144151 h 694328"/>
              <a:gd name="connsiteX32" fmla="*/ 432938 w 719551"/>
              <a:gd name="connsiteY32" fmla="*/ 315931 h 694328"/>
              <a:gd name="connsiteX33" fmla="*/ 418507 w 719551"/>
              <a:gd name="connsiteY33" fmla="*/ 375994 h 694328"/>
              <a:gd name="connsiteX34" fmla="*/ 422115 w 719551"/>
              <a:gd name="connsiteY34" fmla="*/ 374793 h 694328"/>
              <a:gd name="connsiteX35" fmla="*/ 511108 w 719551"/>
              <a:gd name="connsiteY35" fmla="*/ 266679 h 694328"/>
              <a:gd name="connsiteX36" fmla="*/ 476232 w 719551"/>
              <a:gd name="connsiteY36" fmla="*/ 416837 h 694328"/>
              <a:gd name="connsiteX37" fmla="*/ 432938 w 719551"/>
              <a:gd name="connsiteY37" fmla="*/ 586214 h 694328"/>
              <a:gd name="connsiteX38" fmla="*/ 420912 w 719551"/>
              <a:gd name="connsiteY38" fmla="*/ 647479 h 694328"/>
              <a:gd name="connsiteX39" fmla="*/ 680675 w 719551"/>
              <a:gd name="connsiteY39" fmla="*/ 332749 h 694328"/>
              <a:gd name="connsiteX40" fmla="*/ 359579 w 719551"/>
              <a:gd name="connsiteY40" fmla="*/ 13214 h 694328"/>
              <a:gd name="connsiteX41" fmla="*/ 39686 w 719551"/>
              <a:gd name="connsiteY41" fmla="*/ 332749 h 694328"/>
              <a:gd name="connsiteX42" fmla="*/ 301854 w 719551"/>
              <a:gd name="connsiteY42" fmla="*/ 648680 h 694328"/>
              <a:gd name="connsiteX43" fmla="*/ 288626 w 719551"/>
              <a:gd name="connsiteY43" fmla="*/ 586214 h 694328"/>
              <a:gd name="connsiteX44" fmla="*/ 245332 w 719551"/>
              <a:gd name="connsiteY44" fmla="*/ 416837 h 694328"/>
              <a:gd name="connsiteX45" fmla="*/ 211659 w 719551"/>
              <a:gd name="connsiteY45" fmla="*/ 266679 h 694328"/>
              <a:gd name="connsiteX46" fmla="*/ 299449 w 719551"/>
              <a:gd name="connsiteY46" fmla="*/ 374793 h 694328"/>
              <a:gd name="connsiteX47" fmla="*/ 303057 w 719551"/>
              <a:gd name="connsiteY47" fmla="*/ 375994 h 694328"/>
              <a:gd name="connsiteX48" fmla="*/ 288626 w 719551"/>
              <a:gd name="connsiteY48" fmla="*/ 315931 h 694328"/>
              <a:gd name="connsiteX49" fmla="*/ 250142 w 719551"/>
              <a:gd name="connsiteY49" fmla="*/ 144151 h 694328"/>
              <a:gd name="connsiteX50" fmla="*/ 233306 w 719551"/>
              <a:gd name="connsiteY50" fmla="*/ 177786 h 694328"/>
              <a:gd name="connsiteX51" fmla="*/ 298246 w 719551"/>
              <a:gd name="connsiteY51" fmla="*/ 243855 h 694328"/>
              <a:gd name="connsiteX52" fmla="*/ 306665 w 719551"/>
              <a:gd name="connsiteY52" fmla="*/ 377195 h 694328"/>
              <a:gd name="connsiteX53" fmla="*/ 298246 w 719551"/>
              <a:gd name="connsiteY53" fmla="*/ 512938 h 694328"/>
              <a:gd name="connsiteX54" fmla="*/ 291031 w 719551"/>
              <a:gd name="connsiteY54" fmla="*/ 445667 h 694328"/>
              <a:gd name="connsiteX55" fmla="*/ 246534 w 719551"/>
              <a:gd name="connsiteY55" fmla="*/ 418038 h 694328"/>
              <a:gd name="connsiteX56" fmla="*/ 233306 w 719551"/>
              <a:gd name="connsiteY56" fmla="*/ 446868 h 694328"/>
              <a:gd name="connsiteX57" fmla="*/ 298246 w 719551"/>
              <a:gd name="connsiteY57" fmla="*/ 512938 h 694328"/>
              <a:gd name="connsiteX58" fmla="*/ 358377 w 719551"/>
              <a:gd name="connsiteY58" fmla="*/ 601831 h 694328"/>
              <a:gd name="connsiteX59" fmla="*/ 355972 w 719551"/>
              <a:gd name="connsiteY59" fmla="*/ 607837 h 694328"/>
              <a:gd name="connsiteX60" fmla="*/ 238116 w 719551"/>
              <a:gd name="connsiteY60" fmla="*/ 690724 h 694328"/>
              <a:gd name="connsiteX61" fmla="*/ 227293 w 719551"/>
              <a:gd name="connsiteY61" fmla="*/ 694328 h 694328"/>
              <a:gd name="connsiteX62" fmla="*/ 0 w 719551"/>
              <a:gd name="connsiteY62" fmla="*/ 360378 h 694328"/>
              <a:gd name="connsiteX63" fmla="*/ 359579 w 719551"/>
              <a:gd name="connsiteY63" fmla="*/ 0 h 6943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</a:cxnLst>
            <a:rect l="l" t="t" r="r" b="b"/>
            <a:pathLst>
              <a:path w="719551" h="694328">
                <a:moveTo>
                  <a:pt x="365592" y="49251"/>
                </a:moveTo>
                <a:cubicBezTo>
                  <a:pt x="365592" y="54056"/>
                  <a:pt x="383631" y="88893"/>
                  <a:pt x="383631" y="88893"/>
                </a:cubicBezTo>
                <a:cubicBezTo>
                  <a:pt x="426925" y="153761"/>
                  <a:pt x="372808" y="225837"/>
                  <a:pt x="371605" y="228239"/>
                </a:cubicBezTo>
                <a:cubicBezTo>
                  <a:pt x="369200" y="230642"/>
                  <a:pt x="364390" y="239050"/>
                  <a:pt x="364390" y="245057"/>
                </a:cubicBezTo>
                <a:cubicBezTo>
                  <a:pt x="300652" y="199409"/>
                  <a:pt x="318691" y="126132"/>
                  <a:pt x="333122" y="103308"/>
                </a:cubicBezTo>
                <a:cubicBezTo>
                  <a:pt x="348756" y="79283"/>
                  <a:pt x="365592" y="49251"/>
                  <a:pt x="365592" y="49251"/>
                </a:cubicBezTo>
                <a:close/>
                <a:moveTo>
                  <a:pt x="359579" y="0"/>
                </a:moveTo>
                <a:cubicBezTo>
                  <a:pt x="508402" y="0"/>
                  <a:pt x="636930" y="91220"/>
                  <a:pt x="691893" y="220450"/>
                </a:cubicBezTo>
                <a:lnTo>
                  <a:pt x="712525" y="286472"/>
                </a:lnTo>
                <a:lnTo>
                  <a:pt x="719551" y="356173"/>
                </a:lnTo>
                <a:cubicBezTo>
                  <a:pt x="719551" y="381315"/>
                  <a:pt x="717004" y="405861"/>
                  <a:pt x="712152" y="429569"/>
                </a:cubicBezTo>
                <a:lnTo>
                  <a:pt x="694106" y="487706"/>
                </a:lnTo>
                <a:lnTo>
                  <a:pt x="671448" y="533826"/>
                </a:lnTo>
                <a:lnTo>
                  <a:pt x="657355" y="559790"/>
                </a:lnTo>
                <a:lnTo>
                  <a:pt x="634026" y="588066"/>
                </a:lnTo>
                <a:lnTo>
                  <a:pt x="601635" y="622971"/>
                </a:lnTo>
                <a:lnTo>
                  <a:pt x="567891" y="650812"/>
                </a:lnTo>
                <a:lnTo>
                  <a:pt x="515863" y="681565"/>
                </a:lnTo>
                <a:lnTo>
                  <a:pt x="497126" y="691735"/>
                </a:lnTo>
                <a:lnTo>
                  <a:pt x="491302" y="693543"/>
                </a:lnTo>
                <a:lnTo>
                  <a:pt x="482245" y="689523"/>
                </a:lnTo>
                <a:cubicBezTo>
                  <a:pt x="430533" y="667900"/>
                  <a:pt x="378821" y="641472"/>
                  <a:pt x="364390" y="609038"/>
                </a:cubicBezTo>
                <a:cubicBezTo>
                  <a:pt x="363187" y="605435"/>
                  <a:pt x="361985" y="604233"/>
                  <a:pt x="361985" y="601831"/>
                </a:cubicBezTo>
                <a:cubicBezTo>
                  <a:pt x="353566" y="574202"/>
                  <a:pt x="375213" y="539365"/>
                  <a:pt x="424520" y="512938"/>
                </a:cubicBezTo>
                <a:cubicBezTo>
                  <a:pt x="466611" y="491315"/>
                  <a:pt x="493069" y="464887"/>
                  <a:pt x="489461" y="446868"/>
                </a:cubicBezTo>
                <a:cubicBezTo>
                  <a:pt x="485853" y="432453"/>
                  <a:pt x="479840" y="422843"/>
                  <a:pt x="475029" y="418038"/>
                </a:cubicBezTo>
                <a:cubicBezTo>
                  <a:pt x="463003" y="428849"/>
                  <a:pt x="448572" y="438460"/>
                  <a:pt x="430533" y="445667"/>
                </a:cubicBezTo>
                <a:cubicBezTo>
                  <a:pt x="384834" y="470894"/>
                  <a:pt x="424520" y="512938"/>
                  <a:pt x="424520" y="512938"/>
                </a:cubicBezTo>
                <a:cubicBezTo>
                  <a:pt x="396860" y="509334"/>
                  <a:pt x="328312" y="428849"/>
                  <a:pt x="416102" y="377195"/>
                </a:cubicBezTo>
                <a:cubicBezTo>
                  <a:pt x="386037" y="366384"/>
                  <a:pt x="335527" y="290705"/>
                  <a:pt x="424520" y="243855"/>
                </a:cubicBezTo>
                <a:cubicBezTo>
                  <a:pt x="466611" y="221032"/>
                  <a:pt x="493069" y="195805"/>
                  <a:pt x="489461" y="177786"/>
                </a:cubicBezTo>
                <a:cubicBezTo>
                  <a:pt x="484650" y="156164"/>
                  <a:pt x="471422" y="144151"/>
                  <a:pt x="471422" y="144151"/>
                </a:cubicBezTo>
                <a:cubicBezTo>
                  <a:pt x="501487" y="164572"/>
                  <a:pt x="592885" y="222233"/>
                  <a:pt x="432938" y="315931"/>
                </a:cubicBezTo>
                <a:cubicBezTo>
                  <a:pt x="394455" y="337554"/>
                  <a:pt x="411291" y="367585"/>
                  <a:pt x="418507" y="375994"/>
                </a:cubicBezTo>
                <a:cubicBezTo>
                  <a:pt x="419710" y="375994"/>
                  <a:pt x="420912" y="374793"/>
                  <a:pt x="422115" y="374793"/>
                </a:cubicBezTo>
                <a:cubicBezTo>
                  <a:pt x="518323" y="323139"/>
                  <a:pt x="511108" y="266679"/>
                  <a:pt x="511108" y="266679"/>
                </a:cubicBezTo>
                <a:cubicBezTo>
                  <a:pt x="529147" y="287101"/>
                  <a:pt x="531552" y="365183"/>
                  <a:pt x="476232" y="416837"/>
                </a:cubicBezTo>
                <a:cubicBezTo>
                  <a:pt x="509905" y="439661"/>
                  <a:pt x="584467" y="496120"/>
                  <a:pt x="432938" y="586214"/>
                </a:cubicBezTo>
                <a:cubicBezTo>
                  <a:pt x="388442" y="610240"/>
                  <a:pt x="418507" y="646277"/>
                  <a:pt x="420912" y="647479"/>
                </a:cubicBezTo>
                <a:cubicBezTo>
                  <a:pt x="568833" y="619850"/>
                  <a:pt x="680675" y="488912"/>
                  <a:pt x="680675" y="332749"/>
                </a:cubicBezTo>
                <a:cubicBezTo>
                  <a:pt x="680675" y="157365"/>
                  <a:pt x="536362" y="13214"/>
                  <a:pt x="359579" y="13214"/>
                </a:cubicBezTo>
                <a:cubicBezTo>
                  <a:pt x="182796" y="13214"/>
                  <a:pt x="39686" y="157365"/>
                  <a:pt x="39686" y="332749"/>
                </a:cubicBezTo>
                <a:cubicBezTo>
                  <a:pt x="39686" y="490114"/>
                  <a:pt x="152731" y="621051"/>
                  <a:pt x="301854" y="648680"/>
                </a:cubicBezTo>
                <a:cubicBezTo>
                  <a:pt x="301854" y="648680"/>
                  <a:pt x="334325" y="610240"/>
                  <a:pt x="288626" y="586214"/>
                </a:cubicBezTo>
                <a:cubicBezTo>
                  <a:pt x="137097" y="496120"/>
                  <a:pt x="212861" y="439661"/>
                  <a:pt x="245332" y="416837"/>
                </a:cubicBezTo>
                <a:cubicBezTo>
                  <a:pt x="190012" y="365183"/>
                  <a:pt x="193620" y="287101"/>
                  <a:pt x="211659" y="266679"/>
                </a:cubicBezTo>
                <a:cubicBezTo>
                  <a:pt x="211659" y="266679"/>
                  <a:pt x="204443" y="323139"/>
                  <a:pt x="299449" y="374793"/>
                </a:cubicBezTo>
                <a:cubicBezTo>
                  <a:pt x="300652" y="374793"/>
                  <a:pt x="301854" y="375994"/>
                  <a:pt x="303057" y="375994"/>
                </a:cubicBezTo>
                <a:cubicBezTo>
                  <a:pt x="310273" y="367585"/>
                  <a:pt x="327109" y="337554"/>
                  <a:pt x="288626" y="315931"/>
                </a:cubicBezTo>
                <a:cubicBezTo>
                  <a:pt x="128679" y="222233"/>
                  <a:pt x="220077" y="164572"/>
                  <a:pt x="250142" y="144151"/>
                </a:cubicBezTo>
                <a:cubicBezTo>
                  <a:pt x="250142" y="144151"/>
                  <a:pt x="238116" y="156164"/>
                  <a:pt x="233306" y="177786"/>
                </a:cubicBezTo>
                <a:cubicBezTo>
                  <a:pt x="228495" y="195805"/>
                  <a:pt x="254953" y="221032"/>
                  <a:pt x="298246" y="243855"/>
                </a:cubicBezTo>
                <a:cubicBezTo>
                  <a:pt x="386037" y="290705"/>
                  <a:pt x="335527" y="366384"/>
                  <a:pt x="306665" y="377195"/>
                </a:cubicBezTo>
                <a:cubicBezTo>
                  <a:pt x="393252" y="428849"/>
                  <a:pt x="325906" y="509334"/>
                  <a:pt x="298246" y="512938"/>
                </a:cubicBezTo>
                <a:cubicBezTo>
                  <a:pt x="298246" y="512938"/>
                  <a:pt x="336730" y="470894"/>
                  <a:pt x="291031" y="445667"/>
                </a:cubicBezTo>
                <a:cubicBezTo>
                  <a:pt x="272992" y="438460"/>
                  <a:pt x="258561" y="428849"/>
                  <a:pt x="246534" y="418038"/>
                </a:cubicBezTo>
                <a:cubicBezTo>
                  <a:pt x="242927" y="422843"/>
                  <a:pt x="235711" y="432453"/>
                  <a:pt x="233306" y="446868"/>
                </a:cubicBezTo>
                <a:cubicBezTo>
                  <a:pt x="228495" y="464887"/>
                  <a:pt x="254953" y="491315"/>
                  <a:pt x="298246" y="512938"/>
                </a:cubicBezTo>
                <a:cubicBezTo>
                  <a:pt x="346351" y="539365"/>
                  <a:pt x="366795" y="574202"/>
                  <a:pt x="358377" y="601831"/>
                </a:cubicBezTo>
                <a:cubicBezTo>
                  <a:pt x="357174" y="604233"/>
                  <a:pt x="357174" y="605435"/>
                  <a:pt x="355972" y="607837"/>
                </a:cubicBezTo>
                <a:cubicBezTo>
                  <a:pt x="341540" y="641472"/>
                  <a:pt x="291031" y="667900"/>
                  <a:pt x="238116" y="690724"/>
                </a:cubicBezTo>
                <a:cubicBezTo>
                  <a:pt x="234508" y="691925"/>
                  <a:pt x="230901" y="693127"/>
                  <a:pt x="227293" y="694328"/>
                </a:cubicBezTo>
                <a:cubicBezTo>
                  <a:pt x="93804" y="641472"/>
                  <a:pt x="0" y="511736"/>
                  <a:pt x="0" y="360378"/>
                </a:cubicBezTo>
                <a:cubicBezTo>
                  <a:pt x="0" y="162170"/>
                  <a:pt x="161149" y="0"/>
                  <a:pt x="359579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4">
                  <a:lumMod val="50000"/>
                </a:schemeClr>
              </a:gs>
              <a:gs pos="42000">
                <a:srgbClr val="FFC000"/>
              </a:gs>
              <a:gs pos="74000">
                <a:schemeClr val="accent4">
                  <a:lumMod val="50000"/>
                </a:schemeClr>
              </a:gs>
              <a:gs pos="93000">
                <a:schemeClr val="accent4">
                  <a:lumMod val="75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6" name="直接连接符 5"/>
          <p:cNvCxnSpPr/>
          <p:nvPr/>
        </p:nvCxnSpPr>
        <p:spPr>
          <a:xfrm>
            <a:off x="966047" y="1517263"/>
            <a:ext cx="3839709" cy="0"/>
          </a:xfrm>
          <a:prstGeom prst="line">
            <a:avLst/>
          </a:prstGeom>
          <a:ln w="31750">
            <a:gradFill>
              <a:gsLst>
                <a:gs pos="0">
                  <a:schemeClr val="accent1">
                    <a:hueOff val="-4200000"/>
                  </a:schemeClr>
                </a:gs>
                <a:gs pos="100000">
                  <a:schemeClr val="accent1"/>
                </a:gs>
              </a:gsLst>
            </a:gra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8" name="文本框 7"/>
          <p:cNvSpPr txBox="1"/>
          <p:nvPr/>
        </p:nvSpPr>
        <p:spPr>
          <a:xfrm>
            <a:off x="869794" y="951945"/>
            <a:ext cx="4560178" cy="531522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marL="0" indent="0" algn="just" defTabSz="26670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800" dirty="0">
                <a:solidFill>
                  <a:srgbClr val="0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对</a:t>
            </a:r>
            <a:r>
              <a:rPr lang="en-US" altLang="zh-CN" sz="2800" dirty="0">
                <a:solidFill>
                  <a:srgbClr val="0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HTTP</a:t>
            </a:r>
            <a:r>
              <a:rPr lang="zh-CN" altLang="en-US" sz="2800" dirty="0">
                <a:solidFill>
                  <a:srgbClr val="0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请求消息的处理</a:t>
            </a:r>
            <a:endParaRPr lang="zh-CN" altLang="en-US" sz="2800" dirty="0">
              <a:solidFill>
                <a:srgbClr val="000000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+mn-ea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83977" y="1978067"/>
            <a:ext cx="6560023" cy="1993073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807834" y="4705726"/>
            <a:ext cx="10576331" cy="120032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en-US" altLang="zh-CN" sz="24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		</a:t>
            </a:r>
            <a:r>
              <a:rPr lang="zh-CN" altLang="en-US" sz="24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由于服务器本身功能比较单一，所以对</a:t>
            </a:r>
            <a:r>
              <a:rPr lang="en-US" altLang="zh-CN" sz="24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HTTP</a:t>
            </a:r>
            <a:r>
              <a:rPr lang="zh-CN" altLang="en-US" sz="24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请求消息的处理相对简单，只需要解析路径即可。在接受消息后，通过</a:t>
            </a:r>
            <a:r>
              <a:rPr lang="en-US" altLang="zh-CN" sz="24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strchr</a:t>
            </a:r>
            <a:r>
              <a:rPr lang="zh-CN" altLang="en-US" sz="24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函数获取消息中路径开始与结束的位置，并且将其转化为</a:t>
            </a:r>
            <a:r>
              <a:rPr lang="en-US" altLang="zh-CN" sz="24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c</a:t>
            </a:r>
            <a:r>
              <a:rPr lang="zh-CN" altLang="en-US" sz="24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风格的字符串，方便后续处理。</a:t>
            </a:r>
            <a:endParaRPr lang="zh-CN" altLang="en-US" sz="2400" dirty="0">
              <a:solidFill>
                <a:srgbClr val="000000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+mn-ea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4393245" y="4119482"/>
            <a:ext cx="66689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latin typeface="华文中宋" panose="02010600040101010101" charset="-122"/>
                <a:ea typeface="华文中宋" panose="02010600040101010101" charset="-122"/>
              </a:rPr>
              <a:t>路径提取的实现代码</a:t>
            </a:r>
            <a:endParaRPr lang="zh-CN" altLang="en-US" dirty="0">
              <a:latin typeface="华文中宋" panose="02010600040101010101" charset="-122"/>
              <a:ea typeface="华文中宋" panose="02010600040101010101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>
        <p159:morph option="byObject"/>
      </p:transition>
    </mc:Choice>
    <mc:Fallback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对角圆角矩形 1"/>
          <p:cNvSpPr/>
          <p:nvPr>
            <p:custDataLst>
              <p:tags r:id="rId1"/>
            </p:custDataLst>
          </p:nvPr>
        </p:nvSpPr>
        <p:spPr>
          <a:xfrm>
            <a:off x="-397323" y="292"/>
            <a:ext cx="13160188" cy="956889"/>
          </a:xfrm>
          <a:prstGeom prst="round2DiagRect">
            <a:avLst>
              <a:gd name="adj1" fmla="val 50000"/>
              <a:gd name="adj2" fmla="val 0"/>
            </a:avLst>
          </a:prstGeom>
          <a:gradFill>
            <a:gsLst>
              <a:gs pos="0">
                <a:srgbClr val="5D9D72">
                  <a:alpha val="100000"/>
                </a:srgbClr>
              </a:gs>
              <a:gs pos="49000">
                <a:srgbClr val="6EA844"/>
              </a:gs>
              <a:gs pos="100000">
                <a:srgbClr val="1D7546"/>
              </a:gs>
            </a:gsLst>
            <a:lin ang="10800000" scaled="0"/>
          </a:gradFill>
          <a:ln>
            <a:noFill/>
          </a:ln>
          <a:effectLst>
            <a:outerShdw blurRad="50800" dist="38100" dir="2700000" algn="tl" rotWithShape="0">
              <a:prstClr val="black">
                <a:alpha val="2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3" name="图片 2" descr="带字透明底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rcRect t="29740" b="22457"/>
          <a:stretch>
            <a:fillRect/>
          </a:stretch>
        </p:blipFill>
        <p:spPr>
          <a:xfrm>
            <a:off x="9144000" y="103505"/>
            <a:ext cx="3048000" cy="746125"/>
          </a:xfrm>
          <a:prstGeom prst="rect">
            <a:avLst/>
          </a:prstGeom>
        </p:spPr>
      </p:pic>
      <p:sp>
        <p:nvSpPr>
          <p:cNvPr id="11" name="文本框 10"/>
          <p:cNvSpPr txBox="1"/>
          <p:nvPr>
            <p:custDataLst>
              <p:tags r:id="rId4"/>
            </p:custDataLst>
          </p:nvPr>
        </p:nvSpPr>
        <p:spPr>
          <a:xfrm>
            <a:off x="324485" y="173990"/>
            <a:ext cx="5264785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800" spc="100" dirty="0">
                <a:solidFill>
                  <a:schemeClr val="bg1"/>
                </a:solidFill>
                <a:uFillTx/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2.</a:t>
            </a:r>
            <a:r>
              <a:rPr lang="zh-CN" altLang="en-US" sz="3800" spc="100" dirty="0">
                <a:solidFill>
                  <a:schemeClr val="bg1"/>
                </a:solidFill>
                <a:uFillTx/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问题解决流程</a:t>
            </a:r>
            <a:endParaRPr lang="zh-CN" altLang="en-US" sz="3800" spc="100" dirty="0">
              <a:solidFill>
                <a:schemeClr val="bg1"/>
              </a:solidFill>
              <a:uFillTx/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endParaRPr lang="zh-CN" altLang="en-US" sz="3800" spc="100" dirty="0">
              <a:solidFill>
                <a:schemeClr val="bg1"/>
              </a:solidFill>
              <a:uFillTx/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19" name="任意多边形: 形状 3"/>
          <p:cNvSpPr/>
          <p:nvPr/>
        </p:nvSpPr>
        <p:spPr>
          <a:xfrm>
            <a:off x="-497205" y="-2540"/>
            <a:ext cx="984250" cy="959485"/>
          </a:xfrm>
          <a:custGeom>
            <a:avLst/>
            <a:gdLst>
              <a:gd name="connsiteX0" fmla="*/ 365592 w 719551"/>
              <a:gd name="connsiteY0" fmla="*/ 49251 h 694328"/>
              <a:gd name="connsiteX1" fmla="*/ 383631 w 719551"/>
              <a:gd name="connsiteY1" fmla="*/ 88893 h 694328"/>
              <a:gd name="connsiteX2" fmla="*/ 371605 w 719551"/>
              <a:gd name="connsiteY2" fmla="*/ 228239 h 694328"/>
              <a:gd name="connsiteX3" fmla="*/ 364390 w 719551"/>
              <a:gd name="connsiteY3" fmla="*/ 245057 h 694328"/>
              <a:gd name="connsiteX4" fmla="*/ 333122 w 719551"/>
              <a:gd name="connsiteY4" fmla="*/ 103308 h 694328"/>
              <a:gd name="connsiteX5" fmla="*/ 365592 w 719551"/>
              <a:gd name="connsiteY5" fmla="*/ 49251 h 694328"/>
              <a:gd name="connsiteX6" fmla="*/ 359579 w 719551"/>
              <a:gd name="connsiteY6" fmla="*/ 0 h 694328"/>
              <a:gd name="connsiteX7" fmla="*/ 691893 w 719551"/>
              <a:gd name="connsiteY7" fmla="*/ 220450 h 694328"/>
              <a:gd name="connsiteX8" fmla="*/ 712525 w 719551"/>
              <a:gd name="connsiteY8" fmla="*/ 286472 h 694328"/>
              <a:gd name="connsiteX9" fmla="*/ 719551 w 719551"/>
              <a:gd name="connsiteY9" fmla="*/ 356173 h 694328"/>
              <a:gd name="connsiteX10" fmla="*/ 712152 w 719551"/>
              <a:gd name="connsiteY10" fmla="*/ 429569 h 694328"/>
              <a:gd name="connsiteX11" fmla="*/ 694106 w 719551"/>
              <a:gd name="connsiteY11" fmla="*/ 487706 h 694328"/>
              <a:gd name="connsiteX12" fmla="*/ 671448 w 719551"/>
              <a:gd name="connsiteY12" fmla="*/ 533826 h 694328"/>
              <a:gd name="connsiteX13" fmla="*/ 657355 w 719551"/>
              <a:gd name="connsiteY13" fmla="*/ 559790 h 694328"/>
              <a:gd name="connsiteX14" fmla="*/ 634026 w 719551"/>
              <a:gd name="connsiteY14" fmla="*/ 588066 h 694328"/>
              <a:gd name="connsiteX15" fmla="*/ 601635 w 719551"/>
              <a:gd name="connsiteY15" fmla="*/ 622971 h 694328"/>
              <a:gd name="connsiteX16" fmla="*/ 567891 w 719551"/>
              <a:gd name="connsiteY16" fmla="*/ 650812 h 694328"/>
              <a:gd name="connsiteX17" fmla="*/ 515863 w 719551"/>
              <a:gd name="connsiteY17" fmla="*/ 681565 h 694328"/>
              <a:gd name="connsiteX18" fmla="*/ 497126 w 719551"/>
              <a:gd name="connsiteY18" fmla="*/ 691735 h 694328"/>
              <a:gd name="connsiteX19" fmla="*/ 491302 w 719551"/>
              <a:gd name="connsiteY19" fmla="*/ 693543 h 694328"/>
              <a:gd name="connsiteX20" fmla="*/ 482245 w 719551"/>
              <a:gd name="connsiteY20" fmla="*/ 689523 h 694328"/>
              <a:gd name="connsiteX21" fmla="*/ 364390 w 719551"/>
              <a:gd name="connsiteY21" fmla="*/ 609038 h 694328"/>
              <a:gd name="connsiteX22" fmla="*/ 361985 w 719551"/>
              <a:gd name="connsiteY22" fmla="*/ 601831 h 694328"/>
              <a:gd name="connsiteX23" fmla="*/ 424520 w 719551"/>
              <a:gd name="connsiteY23" fmla="*/ 512938 h 694328"/>
              <a:gd name="connsiteX24" fmla="*/ 489461 w 719551"/>
              <a:gd name="connsiteY24" fmla="*/ 446868 h 694328"/>
              <a:gd name="connsiteX25" fmla="*/ 475029 w 719551"/>
              <a:gd name="connsiteY25" fmla="*/ 418038 h 694328"/>
              <a:gd name="connsiteX26" fmla="*/ 430533 w 719551"/>
              <a:gd name="connsiteY26" fmla="*/ 445667 h 694328"/>
              <a:gd name="connsiteX27" fmla="*/ 424520 w 719551"/>
              <a:gd name="connsiteY27" fmla="*/ 512938 h 694328"/>
              <a:gd name="connsiteX28" fmla="*/ 416102 w 719551"/>
              <a:gd name="connsiteY28" fmla="*/ 377195 h 694328"/>
              <a:gd name="connsiteX29" fmla="*/ 424520 w 719551"/>
              <a:gd name="connsiteY29" fmla="*/ 243855 h 694328"/>
              <a:gd name="connsiteX30" fmla="*/ 489461 w 719551"/>
              <a:gd name="connsiteY30" fmla="*/ 177786 h 694328"/>
              <a:gd name="connsiteX31" fmla="*/ 471422 w 719551"/>
              <a:gd name="connsiteY31" fmla="*/ 144151 h 694328"/>
              <a:gd name="connsiteX32" fmla="*/ 432938 w 719551"/>
              <a:gd name="connsiteY32" fmla="*/ 315931 h 694328"/>
              <a:gd name="connsiteX33" fmla="*/ 418507 w 719551"/>
              <a:gd name="connsiteY33" fmla="*/ 375994 h 694328"/>
              <a:gd name="connsiteX34" fmla="*/ 422115 w 719551"/>
              <a:gd name="connsiteY34" fmla="*/ 374793 h 694328"/>
              <a:gd name="connsiteX35" fmla="*/ 511108 w 719551"/>
              <a:gd name="connsiteY35" fmla="*/ 266679 h 694328"/>
              <a:gd name="connsiteX36" fmla="*/ 476232 w 719551"/>
              <a:gd name="connsiteY36" fmla="*/ 416837 h 694328"/>
              <a:gd name="connsiteX37" fmla="*/ 432938 w 719551"/>
              <a:gd name="connsiteY37" fmla="*/ 586214 h 694328"/>
              <a:gd name="connsiteX38" fmla="*/ 420912 w 719551"/>
              <a:gd name="connsiteY38" fmla="*/ 647479 h 694328"/>
              <a:gd name="connsiteX39" fmla="*/ 680675 w 719551"/>
              <a:gd name="connsiteY39" fmla="*/ 332749 h 694328"/>
              <a:gd name="connsiteX40" fmla="*/ 359579 w 719551"/>
              <a:gd name="connsiteY40" fmla="*/ 13214 h 694328"/>
              <a:gd name="connsiteX41" fmla="*/ 39686 w 719551"/>
              <a:gd name="connsiteY41" fmla="*/ 332749 h 694328"/>
              <a:gd name="connsiteX42" fmla="*/ 301854 w 719551"/>
              <a:gd name="connsiteY42" fmla="*/ 648680 h 694328"/>
              <a:gd name="connsiteX43" fmla="*/ 288626 w 719551"/>
              <a:gd name="connsiteY43" fmla="*/ 586214 h 694328"/>
              <a:gd name="connsiteX44" fmla="*/ 245332 w 719551"/>
              <a:gd name="connsiteY44" fmla="*/ 416837 h 694328"/>
              <a:gd name="connsiteX45" fmla="*/ 211659 w 719551"/>
              <a:gd name="connsiteY45" fmla="*/ 266679 h 694328"/>
              <a:gd name="connsiteX46" fmla="*/ 299449 w 719551"/>
              <a:gd name="connsiteY46" fmla="*/ 374793 h 694328"/>
              <a:gd name="connsiteX47" fmla="*/ 303057 w 719551"/>
              <a:gd name="connsiteY47" fmla="*/ 375994 h 694328"/>
              <a:gd name="connsiteX48" fmla="*/ 288626 w 719551"/>
              <a:gd name="connsiteY48" fmla="*/ 315931 h 694328"/>
              <a:gd name="connsiteX49" fmla="*/ 250142 w 719551"/>
              <a:gd name="connsiteY49" fmla="*/ 144151 h 694328"/>
              <a:gd name="connsiteX50" fmla="*/ 233306 w 719551"/>
              <a:gd name="connsiteY50" fmla="*/ 177786 h 694328"/>
              <a:gd name="connsiteX51" fmla="*/ 298246 w 719551"/>
              <a:gd name="connsiteY51" fmla="*/ 243855 h 694328"/>
              <a:gd name="connsiteX52" fmla="*/ 306665 w 719551"/>
              <a:gd name="connsiteY52" fmla="*/ 377195 h 694328"/>
              <a:gd name="connsiteX53" fmla="*/ 298246 w 719551"/>
              <a:gd name="connsiteY53" fmla="*/ 512938 h 694328"/>
              <a:gd name="connsiteX54" fmla="*/ 291031 w 719551"/>
              <a:gd name="connsiteY54" fmla="*/ 445667 h 694328"/>
              <a:gd name="connsiteX55" fmla="*/ 246534 w 719551"/>
              <a:gd name="connsiteY55" fmla="*/ 418038 h 694328"/>
              <a:gd name="connsiteX56" fmla="*/ 233306 w 719551"/>
              <a:gd name="connsiteY56" fmla="*/ 446868 h 694328"/>
              <a:gd name="connsiteX57" fmla="*/ 298246 w 719551"/>
              <a:gd name="connsiteY57" fmla="*/ 512938 h 694328"/>
              <a:gd name="connsiteX58" fmla="*/ 358377 w 719551"/>
              <a:gd name="connsiteY58" fmla="*/ 601831 h 694328"/>
              <a:gd name="connsiteX59" fmla="*/ 355972 w 719551"/>
              <a:gd name="connsiteY59" fmla="*/ 607837 h 694328"/>
              <a:gd name="connsiteX60" fmla="*/ 238116 w 719551"/>
              <a:gd name="connsiteY60" fmla="*/ 690724 h 694328"/>
              <a:gd name="connsiteX61" fmla="*/ 227293 w 719551"/>
              <a:gd name="connsiteY61" fmla="*/ 694328 h 694328"/>
              <a:gd name="connsiteX62" fmla="*/ 0 w 719551"/>
              <a:gd name="connsiteY62" fmla="*/ 360378 h 694328"/>
              <a:gd name="connsiteX63" fmla="*/ 359579 w 719551"/>
              <a:gd name="connsiteY63" fmla="*/ 0 h 6943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</a:cxnLst>
            <a:rect l="l" t="t" r="r" b="b"/>
            <a:pathLst>
              <a:path w="719551" h="694328">
                <a:moveTo>
                  <a:pt x="365592" y="49251"/>
                </a:moveTo>
                <a:cubicBezTo>
                  <a:pt x="365592" y="54056"/>
                  <a:pt x="383631" y="88893"/>
                  <a:pt x="383631" y="88893"/>
                </a:cubicBezTo>
                <a:cubicBezTo>
                  <a:pt x="426925" y="153761"/>
                  <a:pt x="372808" y="225837"/>
                  <a:pt x="371605" y="228239"/>
                </a:cubicBezTo>
                <a:cubicBezTo>
                  <a:pt x="369200" y="230642"/>
                  <a:pt x="364390" y="239050"/>
                  <a:pt x="364390" y="245057"/>
                </a:cubicBezTo>
                <a:cubicBezTo>
                  <a:pt x="300652" y="199409"/>
                  <a:pt x="318691" y="126132"/>
                  <a:pt x="333122" y="103308"/>
                </a:cubicBezTo>
                <a:cubicBezTo>
                  <a:pt x="348756" y="79283"/>
                  <a:pt x="365592" y="49251"/>
                  <a:pt x="365592" y="49251"/>
                </a:cubicBezTo>
                <a:close/>
                <a:moveTo>
                  <a:pt x="359579" y="0"/>
                </a:moveTo>
                <a:cubicBezTo>
                  <a:pt x="508402" y="0"/>
                  <a:pt x="636930" y="91220"/>
                  <a:pt x="691893" y="220450"/>
                </a:cubicBezTo>
                <a:lnTo>
                  <a:pt x="712525" y="286472"/>
                </a:lnTo>
                <a:lnTo>
                  <a:pt x="719551" y="356173"/>
                </a:lnTo>
                <a:cubicBezTo>
                  <a:pt x="719551" y="381315"/>
                  <a:pt x="717004" y="405861"/>
                  <a:pt x="712152" y="429569"/>
                </a:cubicBezTo>
                <a:lnTo>
                  <a:pt x="694106" y="487706"/>
                </a:lnTo>
                <a:lnTo>
                  <a:pt x="671448" y="533826"/>
                </a:lnTo>
                <a:lnTo>
                  <a:pt x="657355" y="559790"/>
                </a:lnTo>
                <a:lnTo>
                  <a:pt x="634026" y="588066"/>
                </a:lnTo>
                <a:lnTo>
                  <a:pt x="601635" y="622971"/>
                </a:lnTo>
                <a:lnTo>
                  <a:pt x="567891" y="650812"/>
                </a:lnTo>
                <a:lnTo>
                  <a:pt x="515863" y="681565"/>
                </a:lnTo>
                <a:lnTo>
                  <a:pt x="497126" y="691735"/>
                </a:lnTo>
                <a:lnTo>
                  <a:pt x="491302" y="693543"/>
                </a:lnTo>
                <a:lnTo>
                  <a:pt x="482245" y="689523"/>
                </a:lnTo>
                <a:cubicBezTo>
                  <a:pt x="430533" y="667900"/>
                  <a:pt x="378821" y="641472"/>
                  <a:pt x="364390" y="609038"/>
                </a:cubicBezTo>
                <a:cubicBezTo>
                  <a:pt x="363187" y="605435"/>
                  <a:pt x="361985" y="604233"/>
                  <a:pt x="361985" y="601831"/>
                </a:cubicBezTo>
                <a:cubicBezTo>
                  <a:pt x="353566" y="574202"/>
                  <a:pt x="375213" y="539365"/>
                  <a:pt x="424520" y="512938"/>
                </a:cubicBezTo>
                <a:cubicBezTo>
                  <a:pt x="466611" y="491315"/>
                  <a:pt x="493069" y="464887"/>
                  <a:pt x="489461" y="446868"/>
                </a:cubicBezTo>
                <a:cubicBezTo>
                  <a:pt x="485853" y="432453"/>
                  <a:pt x="479840" y="422843"/>
                  <a:pt x="475029" y="418038"/>
                </a:cubicBezTo>
                <a:cubicBezTo>
                  <a:pt x="463003" y="428849"/>
                  <a:pt x="448572" y="438460"/>
                  <a:pt x="430533" y="445667"/>
                </a:cubicBezTo>
                <a:cubicBezTo>
                  <a:pt x="384834" y="470894"/>
                  <a:pt x="424520" y="512938"/>
                  <a:pt x="424520" y="512938"/>
                </a:cubicBezTo>
                <a:cubicBezTo>
                  <a:pt x="396860" y="509334"/>
                  <a:pt x="328312" y="428849"/>
                  <a:pt x="416102" y="377195"/>
                </a:cubicBezTo>
                <a:cubicBezTo>
                  <a:pt x="386037" y="366384"/>
                  <a:pt x="335527" y="290705"/>
                  <a:pt x="424520" y="243855"/>
                </a:cubicBezTo>
                <a:cubicBezTo>
                  <a:pt x="466611" y="221032"/>
                  <a:pt x="493069" y="195805"/>
                  <a:pt x="489461" y="177786"/>
                </a:cubicBezTo>
                <a:cubicBezTo>
                  <a:pt x="484650" y="156164"/>
                  <a:pt x="471422" y="144151"/>
                  <a:pt x="471422" y="144151"/>
                </a:cubicBezTo>
                <a:cubicBezTo>
                  <a:pt x="501487" y="164572"/>
                  <a:pt x="592885" y="222233"/>
                  <a:pt x="432938" y="315931"/>
                </a:cubicBezTo>
                <a:cubicBezTo>
                  <a:pt x="394455" y="337554"/>
                  <a:pt x="411291" y="367585"/>
                  <a:pt x="418507" y="375994"/>
                </a:cubicBezTo>
                <a:cubicBezTo>
                  <a:pt x="419710" y="375994"/>
                  <a:pt x="420912" y="374793"/>
                  <a:pt x="422115" y="374793"/>
                </a:cubicBezTo>
                <a:cubicBezTo>
                  <a:pt x="518323" y="323139"/>
                  <a:pt x="511108" y="266679"/>
                  <a:pt x="511108" y="266679"/>
                </a:cubicBezTo>
                <a:cubicBezTo>
                  <a:pt x="529147" y="287101"/>
                  <a:pt x="531552" y="365183"/>
                  <a:pt x="476232" y="416837"/>
                </a:cubicBezTo>
                <a:cubicBezTo>
                  <a:pt x="509905" y="439661"/>
                  <a:pt x="584467" y="496120"/>
                  <a:pt x="432938" y="586214"/>
                </a:cubicBezTo>
                <a:cubicBezTo>
                  <a:pt x="388442" y="610240"/>
                  <a:pt x="418507" y="646277"/>
                  <a:pt x="420912" y="647479"/>
                </a:cubicBezTo>
                <a:cubicBezTo>
                  <a:pt x="568833" y="619850"/>
                  <a:pt x="680675" y="488912"/>
                  <a:pt x="680675" y="332749"/>
                </a:cubicBezTo>
                <a:cubicBezTo>
                  <a:pt x="680675" y="157365"/>
                  <a:pt x="536362" y="13214"/>
                  <a:pt x="359579" y="13214"/>
                </a:cubicBezTo>
                <a:cubicBezTo>
                  <a:pt x="182796" y="13214"/>
                  <a:pt x="39686" y="157365"/>
                  <a:pt x="39686" y="332749"/>
                </a:cubicBezTo>
                <a:cubicBezTo>
                  <a:pt x="39686" y="490114"/>
                  <a:pt x="152731" y="621051"/>
                  <a:pt x="301854" y="648680"/>
                </a:cubicBezTo>
                <a:cubicBezTo>
                  <a:pt x="301854" y="648680"/>
                  <a:pt x="334325" y="610240"/>
                  <a:pt x="288626" y="586214"/>
                </a:cubicBezTo>
                <a:cubicBezTo>
                  <a:pt x="137097" y="496120"/>
                  <a:pt x="212861" y="439661"/>
                  <a:pt x="245332" y="416837"/>
                </a:cubicBezTo>
                <a:cubicBezTo>
                  <a:pt x="190012" y="365183"/>
                  <a:pt x="193620" y="287101"/>
                  <a:pt x="211659" y="266679"/>
                </a:cubicBezTo>
                <a:cubicBezTo>
                  <a:pt x="211659" y="266679"/>
                  <a:pt x="204443" y="323139"/>
                  <a:pt x="299449" y="374793"/>
                </a:cubicBezTo>
                <a:cubicBezTo>
                  <a:pt x="300652" y="374793"/>
                  <a:pt x="301854" y="375994"/>
                  <a:pt x="303057" y="375994"/>
                </a:cubicBezTo>
                <a:cubicBezTo>
                  <a:pt x="310273" y="367585"/>
                  <a:pt x="327109" y="337554"/>
                  <a:pt x="288626" y="315931"/>
                </a:cubicBezTo>
                <a:cubicBezTo>
                  <a:pt x="128679" y="222233"/>
                  <a:pt x="220077" y="164572"/>
                  <a:pt x="250142" y="144151"/>
                </a:cubicBezTo>
                <a:cubicBezTo>
                  <a:pt x="250142" y="144151"/>
                  <a:pt x="238116" y="156164"/>
                  <a:pt x="233306" y="177786"/>
                </a:cubicBezTo>
                <a:cubicBezTo>
                  <a:pt x="228495" y="195805"/>
                  <a:pt x="254953" y="221032"/>
                  <a:pt x="298246" y="243855"/>
                </a:cubicBezTo>
                <a:cubicBezTo>
                  <a:pt x="386037" y="290705"/>
                  <a:pt x="335527" y="366384"/>
                  <a:pt x="306665" y="377195"/>
                </a:cubicBezTo>
                <a:cubicBezTo>
                  <a:pt x="393252" y="428849"/>
                  <a:pt x="325906" y="509334"/>
                  <a:pt x="298246" y="512938"/>
                </a:cubicBezTo>
                <a:cubicBezTo>
                  <a:pt x="298246" y="512938"/>
                  <a:pt x="336730" y="470894"/>
                  <a:pt x="291031" y="445667"/>
                </a:cubicBezTo>
                <a:cubicBezTo>
                  <a:pt x="272992" y="438460"/>
                  <a:pt x="258561" y="428849"/>
                  <a:pt x="246534" y="418038"/>
                </a:cubicBezTo>
                <a:cubicBezTo>
                  <a:pt x="242927" y="422843"/>
                  <a:pt x="235711" y="432453"/>
                  <a:pt x="233306" y="446868"/>
                </a:cubicBezTo>
                <a:cubicBezTo>
                  <a:pt x="228495" y="464887"/>
                  <a:pt x="254953" y="491315"/>
                  <a:pt x="298246" y="512938"/>
                </a:cubicBezTo>
                <a:cubicBezTo>
                  <a:pt x="346351" y="539365"/>
                  <a:pt x="366795" y="574202"/>
                  <a:pt x="358377" y="601831"/>
                </a:cubicBezTo>
                <a:cubicBezTo>
                  <a:pt x="357174" y="604233"/>
                  <a:pt x="357174" y="605435"/>
                  <a:pt x="355972" y="607837"/>
                </a:cubicBezTo>
                <a:cubicBezTo>
                  <a:pt x="341540" y="641472"/>
                  <a:pt x="291031" y="667900"/>
                  <a:pt x="238116" y="690724"/>
                </a:cubicBezTo>
                <a:cubicBezTo>
                  <a:pt x="234508" y="691925"/>
                  <a:pt x="230901" y="693127"/>
                  <a:pt x="227293" y="694328"/>
                </a:cubicBezTo>
                <a:cubicBezTo>
                  <a:pt x="93804" y="641472"/>
                  <a:pt x="0" y="511736"/>
                  <a:pt x="0" y="360378"/>
                </a:cubicBezTo>
                <a:cubicBezTo>
                  <a:pt x="0" y="162170"/>
                  <a:pt x="161149" y="0"/>
                  <a:pt x="359579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4">
                  <a:lumMod val="50000"/>
                </a:schemeClr>
              </a:gs>
              <a:gs pos="42000">
                <a:srgbClr val="FFC000"/>
              </a:gs>
              <a:gs pos="74000">
                <a:schemeClr val="accent4">
                  <a:lumMod val="50000"/>
                </a:schemeClr>
              </a:gs>
              <a:gs pos="93000">
                <a:schemeClr val="accent4">
                  <a:lumMod val="75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6" name="直接连接符 5"/>
          <p:cNvCxnSpPr/>
          <p:nvPr/>
        </p:nvCxnSpPr>
        <p:spPr>
          <a:xfrm>
            <a:off x="966047" y="1517263"/>
            <a:ext cx="3083439" cy="0"/>
          </a:xfrm>
          <a:prstGeom prst="line">
            <a:avLst/>
          </a:prstGeom>
          <a:ln w="31750">
            <a:gradFill>
              <a:gsLst>
                <a:gs pos="0">
                  <a:schemeClr val="accent1">
                    <a:hueOff val="-4200000"/>
                  </a:schemeClr>
                </a:gs>
                <a:gs pos="100000">
                  <a:schemeClr val="accent1"/>
                </a:gs>
              </a:gsLst>
            </a:gra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8" name="文本框 7"/>
          <p:cNvSpPr txBox="1"/>
          <p:nvPr/>
        </p:nvSpPr>
        <p:spPr>
          <a:xfrm>
            <a:off x="871219" y="962025"/>
            <a:ext cx="3281395" cy="56451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just" defTabSz="26670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800" dirty="0">
                <a:solidFill>
                  <a:srgbClr val="0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发送</a:t>
            </a:r>
            <a:r>
              <a:rPr lang="en-US" altLang="zh-CN" sz="2800" dirty="0">
                <a:solidFill>
                  <a:srgbClr val="0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HTTP</a:t>
            </a:r>
            <a:r>
              <a:rPr lang="zh-CN" altLang="en-US" sz="2800" dirty="0">
                <a:solidFill>
                  <a:srgbClr val="0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响应消息</a:t>
            </a:r>
            <a:endParaRPr lang="zh-CN" altLang="en-US" sz="2800" dirty="0">
              <a:solidFill>
                <a:srgbClr val="000000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+mn-ea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3987351" y="5746401"/>
            <a:ext cx="32038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latin typeface="华文中宋" panose="02010600040101010101" charset="-122"/>
                <a:ea typeface="华文中宋" panose="02010600040101010101" charset="-122"/>
              </a:rPr>
              <a:t>HTTP</a:t>
            </a:r>
            <a:r>
              <a:rPr lang="zh-CN" altLang="en-US" dirty="0">
                <a:latin typeface="华文中宋" panose="02010600040101010101" charset="-122"/>
                <a:ea typeface="华文中宋" panose="02010600040101010101" charset="-122"/>
              </a:rPr>
              <a:t>响应消息的结构与内容</a:t>
            </a:r>
            <a:endParaRPr lang="zh-CN" altLang="en-US" dirty="0">
              <a:latin typeface="华文中宋" panose="02010600040101010101" charset="-122"/>
              <a:ea typeface="华文中宋" panose="02010600040101010101" charset="-122"/>
            </a:endParaRPr>
          </a:p>
        </p:txBody>
      </p:sp>
      <p:pic>
        <p:nvPicPr>
          <p:cNvPr id="14" name="图片 13" descr="在这里插入图片描述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48633" y="2186308"/>
            <a:ext cx="8407604" cy="356009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>
        <p159:morph option="byObject"/>
      </p:transition>
    </mc:Choice>
    <mc:Fallback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对角圆角矩形 1"/>
          <p:cNvSpPr/>
          <p:nvPr>
            <p:custDataLst>
              <p:tags r:id="rId1"/>
            </p:custDataLst>
          </p:nvPr>
        </p:nvSpPr>
        <p:spPr>
          <a:xfrm>
            <a:off x="-397323" y="292"/>
            <a:ext cx="13160188" cy="956889"/>
          </a:xfrm>
          <a:prstGeom prst="round2DiagRect">
            <a:avLst>
              <a:gd name="adj1" fmla="val 50000"/>
              <a:gd name="adj2" fmla="val 0"/>
            </a:avLst>
          </a:prstGeom>
          <a:gradFill>
            <a:gsLst>
              <a:gs pos="0">
                <a:srgbClr val="5D9D72">
                  <a:alpha val="100000"/>
                </a:srgbClr>
              </a:gs>
              <a:gs pos="49000">
                <a:srgbClr val="6EA844"/>
              </a:gs>
              <a:gs pos="100000">
                <a:srgbClr val="1D7546"/>
              </a:gs>
            </a:gsLst>
            <a:lin ang="10800000" scaled="0"/>
          </a:gradFill>
          <a:ln>
            <a:noFill/>
          </a:ln>
          <a:effectLst>
            <a:outerShdw blurRad="50800" dist="38100" dir="2700000" algn="tl" rotWithShape="0">
              <a:prstClr val="black">
                <a:alpha val="2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3" name="图片 2" descr="带字透明底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rcRect t="29740" b="22457"/>
          <a:stretch>
            <a:fillRect/>
          </a:stretch>
        </p:blipFill>
        <p:spPr>
          <a:xfrm>
            <a:off x="9144000" y="103505"/>
            <a:ext cx="3048000" cy="746125"/>
          </a:xfrm>
          <a:prstGeom prst="rect">
            <a:avLst/>
          </a:prstGeom>
        </p:spPr>
      </p:pic>
      <p:sp>
        <p:nvSpPr>
          <p:cNvPr id="11" name="文本框 10"/>
          <p:cNvSpPr txBox="1"/>
          <p:nvPr>
            <p:custDataLst>
              <p:tags r:id="rId4"/>
            </p:custDataLst>
          </p:nvPr>
        </p:nvSpPr>
        <p:spPr>
          <a:xfrm>
            <a:off x="324485" y="173990"/>
            <a:ext cx="5264785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800" spc="100" dirty="0">
                <a:solidFill>
                  <a:schemeClr val="bg1"/>
                </a:solidFill>
                <a:uFillTx/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2.</a:t>
            </a:r>
            <a:r>
              <a:rPr lang="zh-CN" altLang="en-US" sz="3800" spc="100" dirty="0">
                <a:solidFill>
                  <a:schemeClr val="bg1"/>
                </a:solidFill>
                <a:uFillTx/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问题解决流程</a:t>
            </a:r>
            <a:endParaRPr lang="zh-CN" altLang="en-US" sz="3800" spc="100" dirty="0">
              <a:solidFill>
                <a:schemeClr val="bg1"/>
              </a:solidFill>
              <a:uFillTx/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endParaRPr lang="zh-CN" altLang="en-US" sz="3800" spc="100" dirty="0">
              <a:solidFill>
                <a:schemeClr val="bg1"/>
              </a:solidFill>
              <a:uFillTx/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19" name="任意多边形: 形状 3"/>
          <p:cNvSpPr/>
          <p:nvPr/>
        </p:nvSpPr>
        <p:spPr>
          <a:xfrm>
            <a:off x="-497205" y="-2540"/>
            <a:ext cx="984250" cy="959485"/>
          </a:xfrm>
          <a:custGeom>
            <a:avLst/>
            <a:gdLst>
              <a:gd name="connsiteX0" fmla="*/ 365592 w 719551"/>
              <a:gd name="connsiteY0" fmla="*/ 49251 h 694328"/>
              <a:gd name="connsiteX1" fmla="*/ 383631 w 719551"/>
              <a:gd name="connsiteY1" fmla="*/ 88893 h 694328"/>
              <a:gd name="connsiteX2" fmla="*/ 371605 w 719551"/>
              <a:gd name="connsiteY2" fmla="*/ 228239 h 694328"/>
              <a:gd name="connsiteX3" fmla="*/ 364390 w 719551"/>
              <a:gd name="connsiteY3" fmla="*/ 245057 h 694328"/>
              <a:gd name="connsiteX4" fmla="*/ 333122 w 719551"/>
              <a:gd name="connsiteY4" fmla="*/ 103308 h 694328"/>
              <a:gd name="connsiteX5" fmla="*/ 365592 w 719551"/>
              <a:gd name="connsiteY5" fmla="*/ 49251 h 694328"/>
              <a:gd name="connsiteX6" fmla="*/ 359579 w 719551"/>
              <a:gd name="connsiteY6" fmla="*/ 0 h 694328"/>
              <a:gd name="connsiteX7" fmla="*/ 691893 w 719551"/>
              <a:gd name="connsiteY7" fmla="*/ 220450 h 694328"/>
              <a:gd name="connsiteX8" fmla="*/ 712525 w 719551"/>
              <a:gd name="connsiteY8" fmla="*/ 286472 h 694328"/>
              <a:gd name="connsiteX9" fmla="*/ 719551 w 719551"/>
              <a:gd name="connsiteY9" fmla="*/ 356173 h 694328"/>
              <a:gd name="connsiteX10" fmla="*/ 712152 w 719551"/>
              <a:gd name="connsiteY10" fmla="*/ 429569 h 694328"/>
              <a:gd name="connsiteX11" fmla="*/ 694106 w 719551"/>
              <a:gd name="connsiteY11" fmla="*/ 487706 h 694328"/>
              <a:gd name="connsiteX12" fmla="*/ 671448 w 719551"/>
              <a:gd name="connsiteY12" fmla="*/ 533826 h 694328"/>
              <a:gd name="connsiteX13" fmla="*/ 657355 w 719551"/>
              <a:gd name="connsiteY13" fmla="*/ 559790 h 694328"/>
              <a:gd name="connsiteX14" fmla="*/ 634026 w 719551"/>
              <a:gd name="connsiteY14" fmla="*/ 588066 h 694328"/>
              <a:gd name="connsiteX15" fmla="*/ 601635 w 719551"/>
              <a:gd name="connsiteY15" fmla="*/ 622971 h 694328"/>
              <a:gd name="connsiteX16" fmla="*/ 567891 w 719551"/>
              <a:gd name="connsiteY16" fmla="*/ 650812 h 694328"/>
              <a:gd name="connsiteX17" fmla="*/ 515863 w 719551"/>
              <a:gd name="connsiteY17" fmla="*/ 681565 h 694328"/>
              <a:gd name="connsiteX18" fmla="*/ 497126 w 719551"/>
              <a:gd name="connsiteY18" fmla="*/ 691735 h 694328"/>
              <a:gd name="connsiteX19" fmla="*/ 491302 w 719551"/>
              <a:gd name="connsiteY19" fmla="*/ 693543 h 694328"/>
              <a:gd name="connsiteX20" fmla="*/ 482245 w 719551"/>
              <a:gd name="connsiteY20" fmla="*/ 689523 h 694328"/>
              <a:gd name="connsiteX21" fmla="*/ 364390 w 719551"/>
              <a:gd name="connsiteY21" fmla="*/ 609038 h 694328"/>
              <a:gd name="connsiteX22" fmla="*/ 361985 w 719551"/>
              <a:gd name="connsiteY22" fmla="*/ 601831 h 694328"/>
              <a:gd name="connsiteX23" fmla="*/ 424520 w 719551"/>
              <a:gd name="connsiteY23" fmla="*/ 512938 h 694328"/>
              <a:gd name="connsiteX24" fmla="*/ 489461 w 719551"/>
              <a:gd name="connsiteY24" fmla="*/ 446868 h 694328"/>
              <a:gd name="connsiteX25" fmla="*/ 475029 w 719551"/>
              <a:gd name="connsiteY25" fmla="*/ 418038 h 694328"/>
              <a:gd name="connsiteX26" fmla="*/ 430533 w 719551"/>
              <a:gd name="connsiteY26" fmla="*/ 445667 h 694328"/>
              <a:gd name="connsiteX27" fmla="*/ 424520 w 719551"/>
              <a:gd name="connsiteY27" fmla="*/ 512938 h 694328"/>
              <a:gd name="connsiteX28" fmla="*/ 416102 w 719551"/>
              <a:gd name="connsiteY28" fmla="*/ 377195 h 694328"/>
              <a:gd name="connsiteX29" fmla="*/ 424520 w 719551"/>
              <a:gd name="connsiteY29" fmla="*/ 243855 h 694328"/>
              <a:gd name="connsiteX30" fmla="*/ 489461 w 719551"/>
              <a:gd name="connsiteY30" fmla="*/ 177786 h 694328"/>
              <a:gd name="connsiteX31" fmla="*/ 471422 w 719551"/>
              <a:gd name="connsiteY31" fmla="*/ 144151 h 694328"/>
              <a:gd name="connsiteX32" fmla="*/ 432938 w 719551"/>
              <a:gd name="connsiteY32" fmla="*/ 315931 h 694328"/>
              <a:gd name="connsiteX33" fmla="*/ 418507 w 719551"/>
              <a:gd name="connsiteY33" fmla="*/ 375994 h 694328"/>
              <a:gd name="connsiteX34" fmla="*/ 422115 w 719551"/>
              <a:gd name="connsiteY34" fmla="*/ 374793 h 694328"/>
              <a:gd name="connsiteX35" fmla="*/ 511108 w 719551"/>
              <a:gd name="connsiteY35" fmla="*/ 266679 h 694328"/>
              <a:gd name="connsiteX36" fmla="*/ 476232 w 719551"/>
              <a:gd name="connsiteY36" fmla="*/ 416837 h 694328"/>
              <a:gd name="connsiteX37" fmla="*/ 432938 w 719551"/>
              <a:gd name="connsiteY37" fmla="*/ 586214 h 694328"/>
              <a:gd name="connsiteX38" fmla="*/ 420912 w 719551"/>
              <a:gd name="connsiteY38" fmla="*/ 647479 h 694328"/>
              <a:gd name="connsiteX39" fmla="*/ 680675 w 719551"/>
              <a:gd name="connsiteY39" fmla="*/ 332749 h 694328"/>
              <a:gd name="connsiteX40" fmla="*/ 359579 w 719551"/>
              <a:gd name="connsiteY40" fmla="*/ 13214 h 694328"/>
              <a:gd name="connsiteX41" fmla="*/ 39686 w 719551"/>
              <a:gd name="connsiteY41" fmla="*/ 332749 h 694328"/>
              <a:gd name="connsiteX42" fmla="*/ 301854 w 719551"/>
              <a:gd name="connsiteY42" fmla="*/ 648680 h 694328"/>
              <a:gd name="connsiteX43" fmla="*/ 288626 w 719551"/>
              <a:gd name="connsiteY43" fmla="*/ 586214 h 694328"/>
              <a:gd name="connsiteX44" fmla="*/ 245332 w 719551"/>
              <a:gd name="connsiteY44" fmla="*/ 416837 h 694328"/>
              <a:gd name="connsiteX45" fmla="*/ 211659 w 719551"/>
              <a:gd name="connsiteY45" fmla="*/ 266679 h 694328"/>
              <a:gd name="connsiteX46" fmla="*/ 299449 w 719551"/>
              <a:gd name="connsiteY46" fmla="*/ 374793 h 694328"/>
              <a:gd name="connsiteX47" fmla="*/ 303057 w 719551"/>
              <a:gd name="connsiteY47" fmla="*/ 375994 h 694328"/>
              <a:gd name="connsiteX48" fmla="*/ 288626 w 719551"/>
              <a:gd name="connsiteY48" fmla="*/ 315931 h 694328"/>
              <a:gd name="connsiteX49" fmla="*/ 250142 w 719551"/>
              <a:gd name="connsiteY49" fmla="*/ 144151 h 694328"/>
              <a:gd name="connsiteX50" fmla="*/ 233306 w 719551"/>
              <a:gd name="connsiteY50" fmla="*/ 177786 h 694328"/>
              <a:gd name="connsiteX51" fmla="*/ 298246 w 719551"/>
              <a:gd name="connsiteY51" fmla="*/ 243855 h 694328"/>
              <a:gd name="connsiteX52" fmla="*/ 306665 w 719551"/>
              <a:gd name="connsiteY52" fmla="*/ 377195 h 694328"/>
              <a:gd name="connsiteX53" fmla="*/ 298246 w 719551"/>
              <a:gd name="connsiteY53" fmla="*/ 512938 h 694328"/>
              <a:gd name="connsiteX54" fmla="*/ 291031 w 719551"/>
              <a:gd name="connsiteY54" fmla="*/ 445667 h 694328"/>
              <a:gd name="connsiteX55" fmla="*/ 246534 w 719551"/>
              <a:gd name="connsiteY55" fmla="*/ 418038 h 694328"/>
              <a:gd name="connsiteX56" fmla="*/ 233306 w 719551"/>
              <a:gd name="connsiteY56" fmla="*/ 446868 h 694328"/>
              <a:gd name="connsiteX57" fmla="*/ 298246 w 719551"/>
              <a:gd name="connsiteY57" fmla="*/ 512938 h 694328"/>
              <a:gd name="connsiteX58" fmla="*/ 358377 w 719551"/>
              <a:gd name="connsiteY58" fmla="*/ 601831 h 694328"/>
              <a:gd name="connsiteX59" fmla="*/ 355972 w 719551"/>
              <a:gd name="connsiteY59" fmla="*/ 607837 h 694328"/>
              <a:gd name="connsiteX60" fmla="*/ 238116 w 719551"/>
              <a:gd name="connsiteY60" fmla="*/ 690724 h 694328"/>
              <a:gd name="connsiteX61" fmla="*/ 227293 w 719551"/>
              <a:gd name="connsiteY61" fmla="*/ 694328 h 694328"/>
              <a:gd name="connsiteX62" fmla="*/ 0 w 719551"/>
              <a:gd name="connsiteY62" fmla="*/ 360378 h 694328"/>
              <a:gd name="connsiteX63" fmla="*/ 359579 w 719551"/>
              <a:gd name="connsiteY63" fmla="*/ 0 h 6943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</a:cxnLst>
            <a:rect l="l" t="t" r="r" b="b"/>
            <a:pathLst>
              <a:path w="719551" h="694328">
                <a:moveTo>
                  <a:pt x="365592" y="49251"/>
                </a:moveTo>
                <a:cubicBezTo>
                  <a:pt x="365592" y="54056"/>
                  <a:pt x="383631" y="88893"/>
                  <a:pt x="383631" y="88893"/>
                </a:cubicBezTo>
                <a:cubicBezTo>
                  <a:pt x="426925" y="153761"/>
                  <a:pt x="372808" y="225837"/>
                  <a:pt x="371605" y="228239"/>
                </a:cubicBezTo>
                <a:cubicBezTo>
                  <a:pt x="369200" y="230642"/>
                  <a:pt x="364390" y="239050"/>
                  <a:pt x="364390" y="245057"/>
                </a:cubicBezTo>
                <a:cubicBezTo>
                  <a:pt x="300652" y="199409"/>
                  <a:pt x="318691" y="126132"/>
                  <a:pt x="333122" y="103308"/>
                </a:cubicBezTo>
                <a:cubicBezTo>
                  <a:pt x="348756" y="79283"/>
                  <a:pt x="365592" y="49251"/>
                  <a:pt x="365592" y="49251"/>
                </a:cubicBezTo>
                <a:close/>
                <a:moveTo>
                  <a:pt x="359579" y="0"/>
                </a:moveTo>
                <a:cubicBezTo>
                  <a:pt x="508402" y="0"/>
                  <a:pt x="636930" y="91220"/>
                  <a:pt x="691893" y="220450"/>
                </a:cubicBezTo>
                <a:lnTo>
                  <a:pt x="712525" y="286472"/>
                </a:lnTo>
                <a:lnTo>
                  <a:pt x="719551" y="356173"/>
                </a:lnTo>
                <a:cubicBezTo>
                  <a:pt x="719551" y="381315"/>
                  <a:pt x="717004" y="405861"/>
                  <a:pt x="712152" y="429569"/>
                </a:cubicBezTo>
                <a:lnTo>
                  <a:pt x="694106" y="487706"/>
                </a:lnTo>
                <a:lnTo>
                  <a:pt x="671448" y="533826"/>
                </a:lnTo>
                <a:lnTo>
                  <a:pt x="657355" y="559790"/>
                </a:lnTo>
                <a:lnTo>
                  <a:pt x="634026" y="588066"/>
                </a:lnTo>
                <a:lnTo>
                  <a:pt x="601635" y="622971"/>
                </a:lnTo>
                <a:lnTo>
                  <a:pt x="567891" y="650812"/>
                </a:lnTo>
                <a:lnTo>
                  <a:pt x="515863" y="681565"/>
                </a:lnTo>
                <a:lnTo>
                  <a:pt x="497126" y="691735"/>
                </a:lnTo>
                <a:lnTo>
                  <a:pt x="491302" y="693543"/>
                </a:lnTo>
                <a:lnTo>
                  <a:pt x="482245" y="689523"/>
                </a:lnTo>
                <a:cubicBezTo>
                  <a:pt x="430533" y="667900"/>
                  <a:pt x="378821" y="641472"/>
                  <a:pt x="364390" y="609038"/>
                </a:cubicBezTo>
                <a:cubicBezTo>
                  <a:pt x="363187" y="605435"/>
                  <a:pt x="361985" y="604233"/>
                  <a:pt x="361985" y="601831"/>
                </a:cubicBezTo>
                <a:cubicBezTo>
                  <a:pt x="353566" y="574202"/>
                  <a:pt x="375213" y="539365"/>
                  <a:pt x="424520" y="512938"/>
                </a:cubicBezTo>
                <a:cubicBezTo>
                  <a:pt x="466611" y="491315"/>
                  <a:pt x="493069" y="464887"/>
                  <a:pt x="489461" y="446868"/>
                </a:cubicBezTo>
                <a:cubicBezTo>
                  <a:pt x="485853" y="432453"/>
                  <a:pt x="479840" y="422843"/>
                  <a:pt x="475029" y="418038"/>
                </a:cubicBezTo>
                <a:cubicBezTo>
                  <a:pt x="463003" y="428849"/>
                  <a:pt x="448572" y="438460"/>
                  <a:pt x="430533" y="445667"/>
                </a:cubicBezTo>
                <a:cubicBezTo>
                  <a:pt x="384834" y="470894"/>
                  <a:pt x="424520" y="512938"/>
                  <a:pt x="424520" y="512938"/>
                </a:cubicBezTo>
                <a:cubicBezTo>
                  <a:pt x="396860" y="509334"/>
                  <a:pt x="328312" y="428849"/>
                  <a:pt x="416102" y="377195"/>
                </a:cubicBezTo>
                <a:cubicBezTo>
                  <a:pt x="386037" y="366384"/>
                  <a:pt x="335527" y="290705"/>
                  <a:pt x="424520" y="243855"/>
                </a:cubicBezTo>
                <a:cubicBezTo>
                  <a:pt x="466611" y="221032"/>
                  <a:pt x="493069" y="195805"/>
                  <a:pt x="489461" y="177786"/>
                </a:cubicBezTo>
                <a:cubicBezTo>
                  <a:pt x="484650" y="156164"/>
                  <a:pt x="471422" y="144151"/>
                  <a:pt x="471422" y="144151"/>
                </a:cubicBezTo>
                <a:cubicBezTo>
                  <a:pt x="501487" y="164572"/>
                  <a:pt x="592885" y="222233"/>
                  <a:pt x="432938" y="315931"/>
                </a:cubicBezTo>
                <a:cubicBezTo>
                  <a:pt x="394455" y="337554"/>
                  <a:pt x="411291" y="367585"/>
                  <a:pt x="418507" y="375994"/>
                </a:cubicBezTo>
                <a:cubicBezTo>
                  <a:pt x="419710" y="375994"/>
                  <a:pt x="420912" y="374793"/>
                  <a:pt x="422115" y="374793"/>
                </a:cubicBezTo>
                <a:cubicBezTo>
                  <a:pt x="518323" y="323139"/>
                  <a:pt x="511108" y="266679"/>
                  <a:pt x="511108" y="266679"/>
                </a:cubicBezTo>
                <a:cubicBezTo>
                  <a:pt x="529147" y="287101"/>
                  <a:pt x="531552" y="365183"/>
                  <a:pt x="476232" y="416837"/>
                </a:cubicBezTo>
                <a:cubicBezTo>
                  <a:pt x="509905" y="439661"/>
                  <a:pt x="584467" y="496120"/>
                  <a:pt x="432938" y="586214"/>
                </a:cubicBezTo>
                <a:cubicBezTo>
                  <a:pt x="388442" y="610240"/>
                  <a:pt x="418507" y="646277"/>
                  <a:pt x="420912" y="647479"/>
                </a:cubicBezTo>
                <a:cubicBezTo>
                  <a:pt x="568833" y="619850"/>
                  <a:pt x="680675" y="488912"/>
                  <a:pt x="680675" y="332749"/>
                </a:cubicBezTo>
                <a:cubicBezTo>
                  <a:pt x="680675" y="157365"/>
                  <a:pt x="536362" y="13214"/>
                  <a:pt x="359579" y="13214"/>
                </a:cubicBezTo>
                <a:cubicBezTo>
                  <a:pt x="182796" y="13214"/>
                  <a:pt x="39686" y="157365"/>
                  <a:pt x="39686" y="332749"/>
                </a:cubicBezTo>
                <a:cubicBezTo>
                  <a:pt x="39686" y="490114"/>
                  <a:pt x="152731" y="621051"/>
                  <a:pt x="301854" y="648680"/>
                </a:cubicBezTo>
                <a:cubicBezTo>
                  <a:pt x="301854" y="648680"/>
                  <a:pt x="334325" y="610240"/>
                  <a:pt x="288626" y="586214"/>
                </a:cubicBezTo>
                <a:cubicBezTo>
                  <a:pt x="137097" y="496120"/>
                  <a:pt x="212861" y="439661"/>
                  <a:pt x="245332" y="416837"/>
                </a:cubicBezTo>
                <a:cubicBezTo>
                  <a:pt x="190012" y="365183"/>
                  <a:pt x="193620" y="287101"/>
                  <a:pt x="211659" y="266679"/>
                </a:cubicBezTo>
                <a:cubicBezTo>
                  <a:pt x="211659" y="266679"/>
                  <a:pt x="204443" y="323139"/>
                  <a:pt x="299449" y="374793"/>
                </a:cubicBezTo>
                <a:cubicBezTo>
                  <a:pt x="300652" y="374793"/>
                  <a:pt x="301854" y="375994"/>
                  <a:pt x="303057" y="375994"/>
                </a:cubicBezTo>
                <a:cubicBezTo>
                  <a:pt x="310273" y="367585"/>
                  <a:pt x="327109" y="337554"/>
                  <a:pt x="288626" y="315931"/>
                </a:cubicBezTo>
                <a:cubicBezTo>
                  <a:pt x="128679" y="222233"/>
                  <a:pt x="220077" y="164572"/>
                  <a:pt x="250142" y="144151"/>
                </a:cubicBezTo>
                <a:cubicBezTo>
                  <a:pt x="250142" y="144151"/>
                  <a:pt x="238116" y="156164"/>
                  <a:pt x="233306" y="177786"/>
                </a:cubicBezTo>
                <a:cubicBezTo>
                  <a:pt x="228495" y="195805"/>
                  <a:pt x="254953" y="221032"/>
                  <a:pt x="298246" y="243855"/>
                </a:cubicBezTo>
                <a:cubicBezTo>
                  <a:pt x="386037" y="290705"/>
                  <a:pt x="335527" y="366384"/>
                  <a:pt x="306665" y="377195"/>
                </a:cubicBezTo>
                <a:cubicBezTo>
                  <a:pt x="393252" y="428849"/>
                  <a:pt x="325906" y="509334"/>
                  <a:pt x="298246" y="512938"/>
                </a:cubicBezTo>
                <a:cubicBezTo>
                  <a:pt x="298246" y="512938"/>
                  <a:pt x="336730" y="470894"/>
                  <a:pt x="291031" y="445667"/>
                </a:cubicBezTo>
                <a:cubicBezTo>
                  <a:pt x="272992" y="438460"/>
                  <a:pt x="258561" y="428849"/>
                  <a:pt x="246534" y="418038"/>
                </a:cubicBezTo>
                <a:cubicBezTo>
                  <a:pt x="242927" y="422843"/>
                  <a:pt x="235711" y="432453"/>
                  <a:pt x="233306" y="446868"/>
                </a:cubicBezTo>
                <a:cubicBezTo>
                  <a:pt x="228495" y="464887"/>
                  <a:pt x="254953" y="491315"/>
                  <a:pt x="298246" y="512938"/>
                </a:cubicBezTo>
                <a:cubicBezTo>
                  <a:pt x="346351" y="539365"/>
                  <a:pt x="366795" y="574202"/>
                  <a:pt x="358377" y="601831"/>
                </a:cubicBezTo>
                <a:cubicBezTo>
                  <a:pt x="357174" y="604233"/>
                  <a:pt x="357174" y="605435"/>
                  <a:pt x="355972" y="607837"/>
                </a:cubicBezTo>
                <a:cubicBezTo>
                  <a:pt x="341540" y="641472"/>
                  <a:pt x="291031" y="667900"/>
                  <a:pt x="238116" y="690724"/>
                </a:cubicBezTo>
                <a:cubicBezTo>
                  <a:pt x="234508" y="691925"/>
                  <a:pt x="230901" y="693127"/>
                  <a:pt x="227293" y="694328"/>
                </a:cubicBezTo>
                <a:cubicBezTo>
                  <a:pt x="93804" y="641472"/>
                  <a:pt x="0" y="511736"/>
                  <a:pt x="0" y="360378"/>
                </a:cubicBezTo>
                <a:cubicBezTo>
                  <a:pt x="0" y="162170"/>
                  <a:pt x="161149" y="0"/>
                  <a:pt x="359579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4">
                  <a:lumMod val="50000"/>
                </a:schemeClr>
              </a:gs>
              <a:gs pos="42000">
                <a:srgbClr val="FFC000"/>
              </a:gs>
              <a:gs pos="74000">
                <a:schemeClr val="accent4">
                  <a:lumMod val="50000"/>
                </a:schemeClr>
              </a:gs>
              <a:gs pos="93000">
                <a:schemeClr val="accent4">
                  <a:lumMod val="75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6" name="直接连接符 5"/>
          <p:cNvCxnSpPr/>
          <p:nvPr/>
        </p:nvCxnSpPr>
        <p:spPr>
          <a:xfrm>
            <a:off x="966047" y="1517263"/>
            <a:ext cx="3083439" cy="0"/>
          </a:xfrm>
          <a:prstGeom prst="line">
            <a:avLst/>
          </a:prstGeom>
          <a:ln w="31750">
            <a:gradFill>
              <a:gsLst>
                <a:gs pos="0">
                  <a:schemeClr val="accent1">
                    <a:hueOff val="-4200000"/>
                  </a:schemeClr>
                </a:gs>
                <a:gs pos="100000">
                  <a:schemeClr val="accent1"/>
                </a:gs>
              </a:gsLst>
            </a:gra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8" name="文本框 7"/>
          <p:cNvSpPr txBox="1"/>
          <p:nvPr/>
        </p:nvSpPr>
        <p:spPr>
          <a:xfrm>
            <a:off x="871219" y="962025"/>
            <a:ext cx="3281395" cy="56451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just" defTabSz="26670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800" dirty="0">
                <a:solidFill>
                  <a:srgbClr val="0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发送</a:t>
            </a:r>
            <a:r>
              <a:rPr lang="en-US" altLang="zh-CN" sz="2800" dirty="0">
                <a:solidFill>
                  <a:srgbClr val="0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HTTP</a:t>
            </a:r>
            <a:r>
              <a:rPr lang="zh-CN" altLang="en-US" sz="2800" dirty="0">
                <a:solidFill>
                  <a:srgbClr val="0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响应消息</a:t>
            </a:r>
            <a:endParaRPr lang="zh-CN" altLang="en-US" sz="2800" dirty="0">
              <a:solidFill>
                <a:srgbClr val="000000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547370" y="4750739"/>
            <a:ext cx="11097260" cy="15696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en-US" altLang="zh-CN" sz="2400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		</a:t>
            </a:r>
            <a:r>
              <a:rPr lang="zh-CN" altLang="en-US" sz="2400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为了便利，状态行和响应头部由专门的函数发送，该函数可被各个需要处理不同类型客户端请求的模块调用，通过调用时传递的信息与预设的格式，将状态行和响应头部填充完毕后，使用</a:t>
            </a:r>
            <a:r>
              <a:rPr lang="en-US" altLang="zh-CN" sz="2400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send</a:t>
            </a:r>
            <a:r>
              <a:rPr lang="zh-CN" altLang="en-US" sz="2400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函数发送给客户端，接着由调用的模块发送剩余的数据。</a:t>
            </a:r>
            <a:endParaRPr lang="zh-CN" altLang="en-US" sz="2400" dirty="0">
              <a:solidFill>
                <a:srgbClr val="000000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+mn-ea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25602" y="1621516"/>
            <a:ext cx="6804065" cy="2681602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3753594" y="4381407"/>
            <a:ext cx="367135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HTTP</a:t>
            </a:r>
            <a:r>
              <a:rPr lang="zh-CN" altLang="en-US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状态行和响应头部发送的实现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>
        <p159:morph option="byObject"/>
      </p:transition>
    </mc:Choice>
    <mc:Fallback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对角圆角矩形 1"/>
          <p:cNvSpPr/>
          <p:nvPr>
            <p:custDataLst>
              <p:tags r:id="rId1"/>
            </p:custDataLst>
          </p:nvPr>
        </p:nvSpPr>
        <p:spPr>
          <a:xfrm>
            <a:off x="-397323" y="292"/>
            <a:ext cx="13160188" cy="956889"/>
          </a:xfrm>
          <a:prstGeom prst="round2DiagRect">
            <a:avLst>
              <a:gd name="adj1" fmla="val 50000"/>
              <a:gd name="adj2" fmla="val 0"/>
            </a:avLst>
          </a:prstGeom>
          <a:gradFill>
            <a:gsLst>
              <a:gs pos="0">
                <a:srgbClr val="5D9D72">
                  <a:alpha val="100000"/>
                </a:srgbClr>
              </a:gs>
              <a:gs pos="49000">
                <a:srgbClr val="6EA844"/>
              </a:gs>
              <a:gs pos="100000">
                <a:srgbClr val="1D7546"/>
              </a:gs>
            </a:gsLst>
            <a:lin ang="10800000" scaled="0"/>
          </a:gradFill>
          <a:ln>
            <a:noFill/>
          </a:ln>
          <a:effectLst>
            <a:outerShdw blurRad="50800" dist="38100" dir="2700000" algn="tl" rotWithShape="0">
              <a:prstClr val="black">
                <a:alpha val="2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3" name="图片 2" descr="带字透明底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rcRect t="29740" b="22457"/>
          <a:stretch>
            <a:fillRect/>
          </a:stretch>
        </p:blipFill>
        <p:spPr>
          <a:xfrm>
            <a:off x="9144000" y="103505"/>
            <a:ext cx="3048000" cy="746125"/>
          </a:xfrm>
          <a:prstGeom prst="rect">
            <a:avLst/>
          </a:prstGeom>
        </p:spPr>
      </p:pic>
      <p:sp>
        <p:nvSpPr>
          <p:cNvPr id="11" name="文本框 10"/>
          <p:cNvSpPr txBox="1"/>
          <p:nvPr>
            <p:custDataLst>
              <p:tags r:id="rId4"/>
            </p:custDataLst>
          </p:nvPr>
        </p:nvSpPr>
        <p:spPr>
          <a:xfrm>
            <a:off x="324485" y="173990"/>
            <a:ext cx="5264785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800" spc="100" dirty="0">
                <a:solidFill>
                  <a:schemeClr val="bg1"/>
                </a:solidFill>
                <a:uFillTx/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2.</a:t>
            </a:r>
            <a:r>
              <a:rPr lang="zh-CN" altLang="en-US" sz="3800" spc="100" dirty="0">
                <a:solidFill>
                  <a:schemeClr val="bg1"/>
                </a:solidFill>
                <a:uFillTx/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问题解决流程</a:t>
            </a:r>
            <a:endParaRPr lang="zh-CN" altLang="en-US" sz="3800" spc="100" dirty="0">
              <a:solidFill>
                <a:schemeClr val="bg1"/>
              </a:solidFill>
              <a:uFillTx/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endParaRPr lang="zh-CN" altLang="en-US" sz="3800" spc="100" dirty="0">
              <a:solidFill>
                <a:schemeClr val="bg1"/>
              </a:solidFill>
              <a:uFillTx/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19" name="任意多边形: 形状 3"/>
          <p:cNvSpPr/>
          <p:nvPr/>
        </p:nvSpPr>
        <p:spPr>
          <a:xfrm>
            <a:off x="-497205" y="-2540"/>
            <a:ext cx="984250" cy="959485"/>
          </a:xfrm>
          <a:custGeom>
            <a:avLst/>
            <a:gdLst>
              <a:gd name="connsiteX0" fmla="*/ 365592 w 719551"/>
              <a:gd name="connsiteY0" fmla="*/ 49251 h 694328"/>
              <a:gd name="connsiteX1" fmla="*/ 383631 w 719551"/>
              <a:gd name="connsiteY1" fmla="*/ 88893 h 694328"/>
              <a:gd name="connsiteX2" fmla="*/ 371605 w 719551"/>
              <a:gd name="connsiteY2" fmla="*/ 228239 h 694328"/>
              <a:gd name="connsiteX3" fmla="*/ 364390 w 719551"/>
              <a:gd name="connsiteY3" fmla="*/ 245057 h 694328"/>
              <a:gd name="connsiteX4" fmla="*/ 333122 w 719551"/>
              <a:gd name="connsiteY4" fmla="*/ 103308 h 694328"/>
              <a:gd name="connsiteX5" fmla="*/ 365592 w 719551"/>
              <a:gd name="connsiteY5" fmla="*/ 49251 h 694328"/>
              <a:gd name="connsiteX6" fmla="*/ 359579 w 719551"/>
              <a:gd name="connsiteY6" fmla="*/ 0 h 694328"/>
              <a:gd name="connsiteX7" fmla="*/ 691893 w 719551"/>
              <a:gd name="connsiteY7" fmla="*/ 220450 h 694328"/>
              <a:gd name="connsiteX8" fmla="*/ 712525 w 719551"/>
              <a:gd name="connsiteY8" fmla="*/ 286472 h 694328"/>
              <a:gd name="connsiteX9" fmla="*/ 719551 w 719551"/>
              <a:gd name="connsiteY9" fmla="*/ 356173 h 694328"/>
              <a:gd name="connsiteX10" fmla="*/ 712152 w 719551"/>
              <a:gd name="connsiteY10" fmla="*/ 429569 h 694328"/>
              <a:gd name="connsiteX11" fmla="*/ 694106 w 719551"/>
              <a:gd name="connsiteY11" fmla="*/ 487706 h 694328"/>
              <a:gd name="connsiteX12" fmla="*/ 671448 w 719551"/>
              <a:gd name="connsiteY12" fmla="*/ 533826 h 694328"/>
              <a:gd name="connsiteX13" fmla="*/ 657355 w 719551"/>
              <a:gd name="connsiteY13" fmla="*/ 559790 h 694328"/>
              <a:gd name="connsiteX14" fmla="*/ 634026 w 719551"/>
              <a:gd name="connsiteY14" fmla="*/ 588066 h 694328"/>
              <a:gd name="connsiteX15" fmla="*/ 601635 w 719551"/>
              <a:gd name="connsiteY15" fmla="*/ 622971 h 694328"/>
              <a:gd name="connsiteX16" fmla="*/ 567891 w 719551"/>
              <a:gd name="connsiteY16" fmla="*/ 650812 h 694328"/>
              <a:gd name="connsiteX17" fmla="*/ 515863 w 719551"/>
              <a:gd name="connsiteY17" fmla="*/ 681565 h 694328"/>
              <a:gd name="connsiteX18" fmla="*/ 497126 w 719551"/>
              <a:gd name="connsiteY18" fmla="*/ 691735 h 694328"/>
              <a:gd name="connsiteX19" fmla="*/ 491302 w 719551"/>
              <a:gd name="connsiteY19" fmla="*/ 693543 h 694328"/>
              <a:gd name="connsiteX20" fmla="*/ 482245 w 719551"/>
              <a:gd name="connsiteY20" fmla="*/ 689523 h 694328"/>
              <a:gd name="connsiteX21" fmla="*/ 364390 w 719551"/>
              <a:gd name="connsiteY21" fmla="*/ 609038 h 694328"/>
              <a:gd name="connsiteX22" fmla="*/ 361985 w 719551"/>
              <a:gd name="connsiteY22" fmla="*/ 601831 h 694328"/>
              <a:gd name="connsiteX23" fmla="*/ 424520 w 719551"/>
              <a:gd name="connsiteY23" fmla="*/ 512938 h 694328"/>
              <a:gd name="connsiteX24" fmla="*/ 489461 w 719551"/>
              <a:gd name="connsiteY24" fmla="*/ 446868 h 694328"/>
              <a:gd name="connsiteX25" fmla="*/ 475029 w 719551"/>
              <a:gd name="connsiteY25" fmla="*/ 418038 h 694328"/>
              <a:gd name="connsiteX26" fmla="*/ 430533 w 719551"/>
              <a:gd name="connsiteY26" fmla="*/ 445667 h 694328"/>
              <a:gd name="connsiteX27" fmla="*/ 424520 w 719551"/>
              <a:gd name="connsiteY27" fmla="*/ 512938 h 694328"/>
              <a:gd name="connsiteX28" fmla="*/ 416102 w 719551"/>
              <a:gd name="connsiteY28" fmla="*/ 377195 h 694328"/>
              <a:gd name="connsiteX29" fmla="*/ 424520 w 719551"/>
              <a:gd name="connsiteY29" fmla="*/ 243855 h 694328"/>
              <a:gd name="connsiteX30" fmla="*/ 489461 w 719551"/>
              <a:gd name="connsiteY30" fmla="*/ 177786 h 694328"/>
              <a:gd name="connsiteX31" fmla="*/ 471422 w 719551"/>
              <a:gd name="connsiteY31" fmla="*/ 144151 h 694328"/>
              <a:gd name="connsiteX32" fmla="*/ 432938 w 719551"/>
              <a:gd name="connsiteY32" fmla="*/ 315931 h 694328"/>
              <a:gd name="connsiteX33" fmla="*/ 418507 w 719551"/>
              <a:gd name="connsiteY33" fmla="*/ 375994 h 694328"/>
              <a:gd name="connsiteX34" fmla="*/ 422115 w 719551"/>
              <a:gd name="connsiteY34" fmla="*/ 374793 h 694328"/>
              <a:gd name="connsiteX35" fmla="*/ 511108 w 719551"/>
              <a:gd name="connsiteY35" fmla="*/ 266679 h 694328"/>
              <a:gd name="connsiteX36" fmla="*/ 476232 w 719551"/>
              <a:gd name="connsiteY36" fmla="*/ 416837 h 694328"/>
              <a:gd name="connsiteX37" fmla="*/ 432938 w 719551"/>
              <a:gd name="connsiteY37" fmla="*/ 586214 h 694328"/>
              <a:gd name="connsiteX38" fmla="*/ 420912 w 719551"/>
              <a:gd name="connsiteY38" fmla="*/ 647479 h 694328"/>
              <a:gd name="connsiteX39" fmla="*/ 680675 w 719551"/>
              <a:gd name="connsiteY39" fmla="*/ 332749 h 694328"/>
              <a:gd name="connsiteX40" fmla="*/ 359579 w 719551"/>
              <a:gd name="connsiteY40" fmla="*/ 13214 h 694328"/>
              <a:gd name="connsiteX41" fmla="*/ 39686 w 719551"/>
              <a:gd name="connsiteY41" fmla="*/ 332749 h 694328"/>
              <a:gd name="connsiteX42" fmla="*/ 301854 w 719551"/>
              <a:gd name="connsiteY42" fmla="*/ 648680 h 694328"/>
              <a:gd name="connsiteX43" fmla="*/ 288626 w 719551"/>
              <a:gd name="connsiteY43" fmla="*/ 586214 h 694328"/>
              <a:gd name="connsiteX44" fmla="*/ 245332 w 719551"/>
              <a:gd name="connsiteY44" fmla="*/ 416837 h 694328"/>
              <a:gd name="connsiteX45" fmla="*/ 211659 w 719551"/>
              <a:gd name="connsiteY45" fmla="*/ 266679 h 694328"/>
              <a:gd name="connsiteX46" fmla="*/ 299449 w 719551"/>
              <a:gd name="connsiteY46" fmla="*/ 374793 h 694328"/>
              <a:gd name="connsiteX47" fmla="*/ 303057 w 719551"/>
              <a:gd name="connsiteY47" fmla="*/ 375994 h 694328"/>
              <a:gd name="connsiteX48" fmla="*/ 288626 w 719551"/>
              <a:gd name="connsiteY48" fmla="*/ 315931 h 694328"/>
              <a:gd name="connsiteX49" fmla="*/ 250142 w 719551"/>
              <a:gd name="connsiteY49" fmla="*/ 144151 h 694328"/>
              <a:gd name="connsiteX50" fmla="*/ 233306 w 719551"/>
              <a:gd name="connsiteY50" fmla="*/ 177786 h 694328"/>
              <a:gd name="connsiteX51" fmla="*/ 298246 w 719551"/>
              <a:gd name="connsiteY51" fmla="*/ 243855 h 694328"/>
              <a:gd name="connsiteX52" fmla="*/ 306665 w 719551"/>
              <a:gd name="connsiteY52" fmla="*/ 377195 h 694328"/>
              <a:gd name="connsiteX53" fmla="*/ 298246 w 719551"/>
              <a:gd name="connsiteY53" fmla="*/ 512938 h 694328"/>
              <a:gd name="connsiteX54" fmla="*/ 291031 w 719551"/>
              <a:gd name="connsiteY54" fmla="*/ 445667 h 694328"/>
              <a:gd name="connsiteX55" fmla="*/ 246534 w 719551"/>
              <a:gd name="connsiteY55" fmla="*/ 418038 h 694328"/>
              <a:gd name="connsiteX56" fmla="*/ 233306 w 719551"/>
              <a:gd name="connsiteY56" fmla="*/ 446868 h 694328"/>
              <a:gd name="connsiteX57" fmla="*/ 298246 w 719551"/>
              <a:gd name="connsiteY57" fmla="*/ 512938 h 694328"/>
              <a:gd name="connsiteX58" fmla="*/ 358377 w 719551"/>
              <a:gd name="connsiteY58" fmla="*/ 601831 h 694328"/>
              <a:gd name="connsiteX59" fmla="*/ 355972 w 719551"/>
              <a:gd name="connsiteY59" fmla="*/ 607837 h 694328"/>
              <a:gd name="connsiteX60" fmla="*/ 238116 w 719551"/>
              <a:gd name="connsiteY60" fmla="*/ 690724 h 694328"/>
              <a:gd name="connsiteX61" fmla="*/ 227293 w 719551"/>
              <a:gd name="connsiteY61" fmla="*/ 694328 h 694328"/>
              <a:gd name="connsiteX62" fmla="*/ 0 w 719551"/>
              <a:gd name="connsiteY62" fmla="*/ 360378 h 694328"/>
              <a:gd name="connsiteX63" fmla="*/ 359579 w 719551"/>
              <a:gd name="connsiteY63" fmla="*/ 0 h 6943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</a:cxnLst>
            <a:rect l="l" t="t" r="r" b="b"/>
            <a:pathLst>
              <a:path w="719551" h="694328">
                <a:moveTo>
                  <a:pt x="365592" y="49251"/>
                </a:moveTo>
                <a:cubicBezTo>
                  <a:pt x="365592" y="54056"/>
                  <a:pt x="383631" y="88893"/>
                  <a:pt x="383631" y="88893"/>
                </a:cubicBezTo>
                <a:cubicBezTo>
                  <a:pt x="426925" y="153761"/>
                  <a:pt x="372808" y="225837"/>
                  <a:pt x="371605" y="228239"/>
                </a:cubicBezTo>
                <a:cubicBezTo>
                  <a:pt x="369200" y="230642"/>
                  <a:pt x="364390" y="239050"/>
                  <a:pt x="364390" y="245057"/>
                </a:cubicBezTo>
                <a:cubicBezTo>
                  <a:pt x="300652" y="199409"/>
                  <a:pt x="318691" y="126132"/>
                  <a:pt x="333122" y="103308"/>
                </a:cubicBezTo>
                <a:cubicBezTo>
                  <a:pt x="348756" y="79283"/>
                  <a:pt x="365592" y="49251"/>
                  <a:pt x="365592" y="49251"/>
                </a:cubicBezTo>
                <a:close/>
                <a:moveTo>
                  <a:pt x="359579" y="0"/>
                </a:moveTo>
                <a:cubicBezTo>
                  <a:pt x="508402" y="0"/>
                  <a:pt x="636930" y="91220"/>
                  <a:pt x="691893" y="220450"/>
                </a:cubicBezTo>
                <a:lnTo>
                  <a:pt x="712525" y="286472"/>
                </a:lnTo>
                <a:lnTo>
                  <a:pt x="719551" y="356173"/>
                </a:lnTo>
                <a:cubicBezTo>
                  <a:pt x="719551" y="381315"/>
                  <a:pt x="717004" y="405861"/>
                  <a:pt x="712152" y="429569"/>
                </a:cubicBezTo>
                <a:lnTo>
                  <a:pt x="694106" y="487706"/>
                </a:lnTo>
                <a:lnTo>
                  <a:pt x="671448" y="533826"/>
                </a:lnTo>
                <a:lnTo>
                  <a:pt x="657355" y="559790"/>
                </a:lnTo>
                <a:lnTo>
                  <a:pt x="634026" y="588066"/>
                </a:lnTo>
                <a:lnTo>
                  <a:pt x="601635" y="622971"/>
                </a:lnTo>
                <a:lnTo>
                  <a:pt x="567891" y="650812"/>
                </a:lnTo>
                <a:lnTo>
                  <a:pt x="515863" y="681565"/>
                </a:lnTo>
                <a:lnTo>
                  <a:pt x="497126" y="691735"/>
                </a:lnTo>
                <a:lnTo>
                  <a:pt x="491302" y="693543"/>
                </a:lnTo>
                <a:lnTo>
                  <a:pt x="482245" y="689523"/>
                </a:lnTo>
                <a:cubicBezTo>
                  <a:pt x="430533" y="667900"/>
                  <a:pt x="378821" y="641472"/>
                  <a:pt x="364390" y="609038"/>
                </a:cubicBezTo>
                <a:cubicBezTo>
                  <a:pt x="363187" y="605435"/>
                  <a:pt x="361985" y="604233"/>
                  <a:pt x="361985" y="601831"/>
                </a:cubicBezTo>
                <a:cubicBezTo>
                  <a:pt x="353566" y="574202"/>
                  <a:pt x="375213" y="539365"/>
                  <a:pt x="424520" y="512938"/>
                </a:cubicBezTo>
                <a:cubicBezTo>
                  <a:pt x="466611" y="491315"/>
                  <a:pt x="493069" y="464887"/>
                  <a:pt x="489461" y="446868"/>
                </a:cubicBezTo>
                <a:cubicBezTo>
                  <a:pt x="485853" y="432453"/>
                  <a:pt x="479840" y="422843"/>
                  <a:pt x="475029" y="418038"/>
                </a:cubicBezTo>
                <a:cubicBezTo>
                  <a:pt x="463003" y="428849"/>
                  <a:pt x="448572" y="438460"/>
                  <a:pt x="430533" y="445667"/>
                </a:cubicBezTo>
                <a:cubicBezTo>
                  <a:pt x="384834" y="470894"/>
                  <a:pt x="424520" y="512938"/>
                  <a:pt x="424520" y="512938"/>
                </a:cubicBezTo>
                <a:cubicBezTo>
                  <a:pt x="396860" y="509334"/>
                  <a:pt x="328312" y="428849"/>
                  <a:pt x="416102" y="377195"/>
                </a:cubicBezTo>
                <a:cubicBezTo>
                  <a:pt x="386037" y="366384"/>
                  <a:pt x="335527" y="290705"/>
                  <a:pt x="424520" y="243855"/>
                </a:cubicBezTo>
                <a:cubicBezTo>
                  <a:pt x="466611" y="221032"/>
                  <a:pt x="493069" y="195805"/>
                  <a:pt x="489461" y="177786"/>
                </a:cubicBezTo>
                <a:cubicBezTo>
                  <a:pt x="484650" y="156164"/>
                  <a:pt x="471422" y="144151"/>
                  <a:pt x="471422" y="144151"/>
                </a:cubicBezTo>
                <a:cubicBezTo>
                  <a:pt x="501487" y="164572"/>
                  <a:pt x="592885" y="222233"/>
                  <a:pt x="432938" y="315931"/>
                </a:cubicBezTo>
                <a:cubicBezTo>
                  <a:pt x="394455" y="337554"/>
                  <a:pt x="411291" y="367585"/>
                  <a:pt x="418507" y="375994"/>
                </a:cubicBezTo>
                <a:cubicBezTo>
                  <a:pt x="419710" y="375994"/>
                  <a:pt x="420912" y="374793"/>
                  <a:pt x="422115" y="374793"/>
                </a:cubicBezTo>
                <a:cubicBezTo>
                  <a:pt x="518323" y="323139"/>
                  <a:pt x="511108" y="266679"/>
                  <a:pt x="511108" y="266679"/>
                </a:cubicBezTo>
                <a:cubicBezTo>
                  <a:pt x="529147" y="287101"/>
                  <a:pt x="531552" y="365183"/>
                  <a:pt x="476232" y="416837"/>
                </a:cubicBezTo>
                <a:cubicBezTo>
                  <a:pt x="509905" y="439661"/>
                  <a:pt x="584467" y="496120"/>
                  <a:pt x="432938" y="586214"/>
                </a:cubicBezTo>
                <a:cubicBezTo>
                  <a:pt x="388442" y="610240"/>
                  <a:pt x="418507" y="646277"/>
                  <a:pt x="420912" y="647479"/>
                </a:cubicBezTo>
                <a:cubicBezTo>
                  <a:pt x="568833" y="619850"/>
                  <a:pt x="680675" y="488912"/>
                  <a:pt x="680675" y="332749"/>
                </a:cubicBezTo>
                <a:cubicBezTo>
                  <a:pt x="680675" y="157365"/>
                  <a:pt x="536362" y="13214"/>
                  <a:pt x="359579" y="13214"/>
                </a:cubicBezTo>
                <a:cubicBezTo>
                  <a:pt x="182796" y="13214"/>
                  <a:pt x="39686" y="157365"/>
                  <a:pt x="39686" y="332749"/>
                </a:cubicBezTo>
                <a:cubicBezTo>
                  <a:pt x="39686" y="490114"/>
                  <a:pt x="152731" y="621051"/>
                  <a:pt x="301854" y="648680"/>
                </a:cubicBezTo>
                <a:cubicBezTo>
                  <a:pt x="301854" y="648680"/>
                  <a:pt x="334325" y="610240"/>
                  <a:pt x="288626" y="586214"/>
                </a:cubicBezTo>
                <a:cubicBezTo>
                  <a:pt x="137097" y="496120"/>
                  <a:pt x="212861" y="439661"/>
                  <a:pt x="245332" y="416837"/>
                </a:cubicBezTo>
                <a:cubicBezTo>
                  <a:pt x="190012" y="365183"/>
                  <a:pt x="193620" y="287101"/>
                  <a:pt x="211659" y="266679"/>
                </a:cubicBezTo>
                <a:cubicBezTo>
                  <a:pt x="211659" y="266679"/>
                  <a:pt x="204443" y="323139"/>
                  <a:pt x="299449" y="374793"/>
                </a:cubicBezTo>
                <a:cubicBezTo>
                  <a:pt x="300652" y="374793"/>
                  <a:pt x="301854" y="375994"/>
                  <a:pt x="303057" y="375994"/>
                </a:cubicBezTo>
                <a:cubicBezTo>
                  <a:pt x="310273" y="367585"/>
                  <a:pt x="327109" y="337554"/>
                  <a:pt x="288626" y="315931"/>
                </a:cubicBezTo>
                <a:cubicBezTo>
                  <a:pt x="128679" y="222233"/>
                  <a:pt x="220077" y="164572"/>
                  <a:pt x="250142" y="144151"/>
                </a:cubicBezTo>
                <a:cubicBezTo>
                  <a:pt x="250142" y="144151"/>
                  <a:pt x="238116" y="156164"/>
                  <a:pt x="233306" y="177786"/>
                </a:cubicBezTo>
                <a:cubicBezTo>
                  <a:pt x="228495" y="195805"/>
                  <a:pt x="254953" y="221032"/>
                  <a:pt x="298246" y="243855"/>
                </a:cubicBezTo>
                <a:cubicBezTo>
                  <a:pt x="386037" y="290705"/>
                  <a:pt x="335527" y="366384"/>
                  <a:pt x="306665" y="377195"/>
                </a:cubicBezTo>
                <a:cubicBezTo>
                  <a:pt x="393252" y="428849"/>
                  <a:pt x="325906" y="509334"/>
                  <a:pt x="298246" y="512938"/>
                </a:cubicBezTo>
                <a:cubicBezTo>
                  <a:pt x="298246" y="512938"/>
                  <a:pt x="336730" y="470894"/>
                  <a:pt x="291031" y="445667"/>
                </a:cubicBezTo>
                <a:cubicBezTo>
                  <a:pt x="272992" y="438460"/>
                  <a:pt x="258561" y="428849"/>
                  <a:pt x="246534" y="418038"/>
                </a:cubicBezTo>
                <a:cubicBezTo>
                  <a:pt x="242927" y="422843"/>
                  <a:pt x="235711" y="432453"/>
                  <a:pt x="233306" y="446868"/>
                </a:cubicBezTo>
                <a:cubicBezTo>
                  <a:pt x="228495" y="464887"/>
                  <a:pt x="254953" y="491315"/>
                  <a:pt x="298246" y="512938"/>
                </a:cubicBezTo>
                <a:cubicBezTo>
                  <a:pt x="346351" y="539365"/>
                  <a:pt x="366795" y="574202"/>
                  <a:pt x="358377" y="601831"/>
                </a:cubicBezTo>
                <a:cubicBezTo>
                  <a:pt x="357174" y="604233"/>
                  <a:pt x="357174" y="605435"/>
                  <a:pt x="355972" y="607837"/>
                </a:cubicBezTo>
                <a:cubicBezTo>
                  <a:pt x="341540" y="641472"/>
                  <a:pt x="291031" y="667900"/>
                  <a:pt x="238116" y="690724"/>
                </a:cubicBezTo>
                <a:cubicBezTo>
                  <a:pt x="234508" y="691925"/>
                  <a:pt x="230901" y="693127"/>
                  <a:pt x="227293" y="694328"/>
                </a:cubicBezTo>
                <a:cubicBezTo>
                  <a:pt x="93804" y="641472"/>
                  <a:pt x="0" y="511736"/>
                  <a:pt x="0" y="360378"/>
                </a:cubicBezTo>
                <a:cubicBezTo>
                  <a:pt x="0" y="162170"/>
                  <a:pt x="161149" y="0"/>
                  <a:pt x="359579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4">
                  <a:lumMod val="50000"/>
                </a:schemeClr>
              </a:gs>
              <a:gs pos="42000">
                <a:srgbClr val="FFC000"/>
              </a:gs>
              <a:gs pos="74000">
                <a:schemeClr val="accent4">
                  <a:lumMod val="50000"/>
                </a:schemeClr>
              </a:gs>
              <a:gs pos="93000">
                <a:schemeClr val="accent4">
                  <a:lumMod val="75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6" name="直接连接符 5"/>
          <p:cNvCxnSpPr/>
          <p:nvPr/>
        </p:nvCxnSpPr>
        <p:spPr>
          <a:xfrm>
            <a:off x="966047" y="1517263"/>
            <a:ext cx="3083439" cy="0"/>
          </a:xfrm>
          <a:prstGeom prst="line">
            <a:avLst/>
          </a:prstGeom>
          <a:ln w="31750">
            <a:gradFill>
              <a:gsLst>
                <a:gs pos="0">
                  <a:schemeClr val="accent1">
                    <a:hueOff val="-4200000"/>
                  </a:schemeClr>
                </a:gs>
                <a:gs pos="100000">
                  <a:schemeClr val="accent1"/>
                </a:gs>
              </a:gsLst>
            </a:gra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8" name="文本框 7"/>
          <p:cNvSpPr txBox="1"/>
          <p:nvPr/>
        </p:nvSpPr>
        <p:spPr>
          <a:xfrm>
            <a:off x="871219" y="962025"/>
            <a:ext cx="3281395" cy="56451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just" defTabSz="26670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800" dirty="0">
                <a:solidFill>
                  <a:srgbClr val="0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发送</a:t>
            </a:r>
            <a:r>
              <a:rPr lang="en-US" altLang="zh-CN" sz="2800" dirty="0">
                <a:solidFill>
                  <a:srgbClr val="0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HTTP</a:t>
            </a:r>
            <a:r>
              <a:rPr lang="zh-CN" altLang="en-US" sz="2800" dirty="0">
                <a:solidFill>
                  <a:srgbClr val="0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响应消息</a:t>
            </a:r>
            <a:endParaRPr lang="zh-CN" altLang="en-US" sz="2800" dirty="0">
              <a:solidFill>
                <a:srgbClr val="000000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87045" y="3059442"/>
            <a:ext cx="11097260" cy="120032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just" defTabSz="266700">
              <a:spcBef>
                <a:spcPct val="0"/>
              </a:spcBef>
              <a:spcAft>
                <a:spcPct val="0"/>
              </a:spcAft>
            </a:pPr>
            <a:r>
              <a:rPr lang="en-US" altLang="zh-CN" sz="2400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		</a:t>
            </a:r>
            <a:r>
              <a:rPr lang="zh-CN" altLang="en-US" sz="2400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而对于处理不同类型客户端请求的模块的编写，整体思路类似，先确认发送数据的类型与长度，将其交给对应函数，发送完成状态行和响应头部后，再由自己发送具体的数据。</a:t>
            </a:r>
            <a:endParaRPr lang="zh-CN" altLang="en-US" sz="2400" dirty="0">
              <a:solidFill>
                <a:srgbClr val="000000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>
        <p159:morph option="byObject"/>
      </p:transition>
    </mc:Choice>
    <mc:Fallback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对角圆角矩形 1"/>
          <p:cNvSpPr/>
          <p:nvPr>
            <p:custDataLst>
              <p:tags r:id="rId1"/>
            </p:custDataLst>
          </p:nvPr>
        </p:nvSpPr>
        <p:spPr>
          <a:xfrm>
            <a:off x="-397323" y="292"/>
            <a:ext cx="13160188" cy="956889"/>
          </a:xfrm>
          <a:prstGeom prst="round2DiagRect">
            <a:avLst>
              <a:gd name="adj1" fmla="val 50000"/>
              <a:gd name="adj2" fmla="val 0"/>
            </a:avLst>
          </a:prstGeom>
          <a:gradFill>
            <a:gsLst>
              <a:gs pos="0">
                <a:srgbClr val="5D9D72">
                  <a:alpha val="100000"/>
                </a:srgbClr>
              </a:gs>
              <a:gs pos="49000">
                <a:srgbClr val="6EA844"/>
              </a:gs>
              <a:gs pos="100000">
                <a:srgbClr val="1D7546"/>
              </a:gs>
            </a:gsLst>
            <a:lin ang="10800000" scaled="0"/>
          </a:gradFill>
          <a:ln>
            <a:noFill/>
          </a:ln>
          <a:effectLst>
            <a:outerShdw blurRad="50800" dist="38100" dir="2700000" algn="tl" rotWithShape="0">
              <a:prstClr val="black">
                <a:alpha val="2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3" name="图片 2" descr="带字透明底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rcRect t="29740" b="22457"/>
          <a:stretch>
            <a:fillRect/>
          </a:stretch>
        </p:blipFill>
        <p:spPr>
          <a:xfrm>
            <a:off x="9144000" y="103505"/>
            <a:ext cx="3048000" cy="746125"/>
          </a:xfrm>
          <a:prstGeom prst="rect">
            <a:avLst/>
          </a:prstGeom>
        </p:spPr>
      </p:pic>
      <p:sp>
        <p:nvSpPr>
          <p:cNvPr id="11" name="文本框 10"/>
          <p:cNvSpPr txBox="1"/>
          <p:nvPr>
            <p:custDataLst>
              <p:tags r:id="rId4"/>
            </p:custDataLst>
          </p:nvPr>
        </p:nvSpPr>
        <p:spPr>
          <a:xfrm>
            <a:off x="324485" y="173990"/>
            <a:ext cx="5264785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800" spc="100" dirty="0">
                <a:solidFill>
                  <a:schemeClr val="bg1"/>
                </a:solidFill>
                <a:uFillTx/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2.</a:t>
            </a:r>
            <a:r>
              <a:rPr lang="zh-CN" altLang="en-US" sz="3800" spc="100" dirty="0">
                <a:solidFill>
                  <a:schemeClr val="bg1"/>
                </a:solidFill>
                <a:uFillTx/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问题解决流程</a:t>
            </a:r>
            <a:endParaRPr lang="zh-CN" altLang="en-US" sz="3800" spc="100" dirty="0">
              <a:solidFill>
                <a:schemeClr val="bg1"/>
              </a:solidFill>
              <a:uFillTx/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endParaRPr lang="zh-CN" altLang="en-US" sz="3800" spc="100" dirty="0">
              <a:solidFill>
                <a:schemeClr val="bg1"/>
              </a:solidFill>
              <a:uFillTx/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19" name="任意多边形: 形状 3"/>
          <p:cNvSpPr/>
          <p:nvPr/>
        </p:nvSpPr>
        <p:spPr>
          <a:xfrm>
            <a:off x="-497205" y="-2540"/>
            <a:ext cx="984250" cy="959485"/>
          </a:xfrm>
          <a:custGeom>
            <a:avLst/>
            <a:gdLst>
              <a:gd name="connsiteX0" fmla="*/ 365592 w 719551"/>
              <a:gd name="connsiteY0" fmla="*/ 49251 h 694328"/>
              <a:gd name="connsiteX1" fmla="*/ 383631 w 719551"/>
              <a:gd name="connsiteY1" fmla="*/ 88893 h 694328"/>
              <a:gd name="connsiteX2" fmla="*/ 371605 w 719551"/>
              <a:gd name="connsiteY2" fmla="*/ 228239 h 694328"/>
              <a:gd name="connsiteX3" fmla="*/ 364390 w 719551"/>
              <a:gd name="connsiteY3" fmla="*/ 245057 h 694328"/>
              <a:gd name="connsiteX4" fmla="*/ 333122 w 719551"/>
              <a:gd name="connsiteY4" fmla="*/ 103308 h 694328"/>
              <a:gd name="connsiteX5" fmla="*/ 365592 w 719551"/>
              <a:gd name="connsiteY5" fmla="*/ 49251 h 694328"/>
              <a:gd name="connsiteX6" fmla="*/ 359579 w 719551"/>
              <a:gd name="connsiteY6" fmla="*/ 0 h 694328"/>
              <a:gd name="connsiteX7" fmla="*/ 691893 w 719551"/>
              <a:gd name="connsiteY7" fmla="*/ 220450 h 694328"/>
              <a:gd name="connsiteX8" fmla="*/ 712525 w 719551"/>
              <a:gd name="connsiteY8" fmla="*/ 286472 h 694328"/>
              <a:gd name="connsiteX9" fmla="*/ 719551 w 719551"/>
              <a:gd name="connsiteY9" fmla="*/ 356173 h 694328"/>
              <a:gd name="connsiteX10" fmla="*/ 712152 w 719551"/>
              <a:gd name="connsiteY10" fmla="*/ 429569 h 694328"/>
              <a:gd name="connsiteX11" fmla="*/ 694106 w 719551"/>
              <a:gd name="connsiteY11" fmla="*/ 487706 h 694328"/>
              <a:gd name="connsiteX12" fmla="*/ 671448 w 719551"/>
              <a:gd name="connsiteY12" fmla="*/ 533826 h 694328"/>
              <a:gd name="connsiteX13" fmla="*/ 657355 w 719551"/>
              <a:gd name="connsiteY13" fmla="*/ 559790 h 694328"/>
              <a:gd name="connsiteX14" fmla="*/ 634026 w 719551"/>
              <a:gd name="connsiteY14" fmla="*/ 588066 h 694328"/>
              <a:gd name="connsiteX15" fmla="*/ 601635 w 719551"/>
              <a:gd name="connsiteY15" fmla="*/ 622971 h 694328"/>
              <a:gd name="connsiteX16" fmla="*/ 567891 w 719551"/>
              <a:gd name="connsiteY16" fmla="*/ 650812 h 694328"/>
              <a:gd name="connsiteX17" fmla="*/ 515863 w 719551"/>
              <a:gd name="connsiteY17" fmla="*/ 681565 h 694328"/>
              <a:gd name="connsiteX18" fmla="*/ 497126 w 719551"/>
              <a:gd name="connsiteY18" fmla="*/ 691735 h 694328"/>
              <a:gd name="connsiteX19" fmla="*/ 491302 w 719551"/>
              <a:gd name="connsiteY19" fmla="*/ 693543 h 694328"/>
              <a:gd name="connsiteX20" fmla="*/ 482245 w 719551"/>
              <a:gd name="connsiteY20" fmla="*/ 689523 h 694328"/>
              <a:gd name="connsiteX21" fmla="*/ 364390 w 719551"/>
              <a:gd name="connsiteY21" fmla="*/ 609038 h 694328"/>
              <a:gd name="connsiteX22" fmla="*/ 361985 w 719551"/>
              <a:gd name="connsiteY22" fmla="*/ 601831 h 694328"/>
              <a:gd name="connsiteX23" fmla="*/ 424520 w 719551"/>
              <a:gd name="connsiteY23" fmla="*/ 512938 h 694328"/>
              <a:gd name="connsiteX24" fmla="*/ 489461 w 719551"/>
              <a:gd name="connsiteY24" fmla="*/ 446868 h 694328"/>
              <a:gd name="connsiteX25" fmla="*/ 475029 w 719551"/>
              <a:gd name="connsiteY25" fmla="*/ 418038 h 694328"/>
              <a:gd name="connsiteX26" fmla="*/ 430533 w 719551"/>
              <a:gd name="connsiteY26" fmla="*/ 445667 h 694328"/>
              <a:gd name="connsiteX27" fmla="*/ 424520 w 719551"/>
              <a:gd name="connsiteY27" fmla="*/ 512938 h 694328"/>
              <a:gd name="connsiteX28" fmla="*/ 416102 w 719551"/>
              <a:gd name="connsiteY28" fmla="*/ 377195 h 694328"/>
              <a:gd name="connsiteX29" fmla="*/ 424520 w 719551"/>
              <a:gd name="connsiteY29" fmla="*/ 243855 h 694328"/>
              <a:gd name="connsiteX30" fmla="*/ 489461 w 719551"/>
              <a:gd name="connsiteY30" fmla="*/ 177786 h 694328"/>
              <a:gd name="connsiteX31" fmla="*/ 471422 w 719551"/>
              <a:gd name="connsiteY31" fmla="*/ 144151 h 694328"/>
              <a:gd name="connsiteX32" fmla="*/ 432938 w 719551"/>
              <a:gd name="connsiteY32" fmla="*/ 315931 h 694328"/>
              <a:gd name="connsiteX33" fmla="*/ 418507 w 719551"/>
              <a:gd name="connsiteY33" fmla="*/ 375994 h 694328"/>
              <a:gd name="connsiteX34" fmla="*/ 422115 w 719551"/>
              <a:gd name="connsiteY34" fmla="*/ 374793 h 694328"/>
              <a:gd name="connsiteX35" fmla="*/ 511108 w 719551"/>
              <a:gd name="connsiteY35" fmla="*/ 266679 h 694328"/>
              <a:gd name="connsiteX36" fmla="*/ 476232 w 719551"/>
              <a:gd name="connsiteY36" fmla="*/ 416837 h 694328"/>
              <a:gd name="connsiteX37" fmla="*/ 432938 w 719551"/>
              <a:gd name="connsiteY37" fmla="*/ 586214 h 694328"/>
              <a:gd name="connsiteX38" fmla="*/ 420912 w 719551"/>
              <a:gd name="connsiteY38" fmla="*/ 647479 h 694328"/>
              <a:gd name="connsiteX39" fmla="*/ 680675 w 719551"/>
              <a:gd name="connsiteY39" fmla="*/ 332749 h 694328"/>
              <a:gd name="connsiteX40" fmla="*/ 359579 w 719551"/>
              <a:gd name="connsiteY40" fmla="*/ 13214 h 694328"/>
              <a:gd name="connsiteX41" fmla="*/ 39686 w 719551"/>
              <a:gd name="connsiteY41" fmla="*/ 332749 h 694328"/>
              <a:gd name="connsiteX42" fmla="*/ 301854 w 719551"/>
              <a:gd name="connsiteY42" fmla="*/ 648680 h 694328"/>
              <a:gd name="connsiteX43" fmla="*/ 288626 w 719551"/>
              <a:gd name="connsiteY43" fmla="*/ 586214 h 694328"/>
              <a:gd name="connsiteX44" fmla="*/ 245332 w 719551"/>
              <a:gd name="connsiteY44" fmla="*/ 416837 h 694328"/>
              <a:gd name="connsiteX45" fmla="*/ 211659 w 719551"/>
              <a:gd name="connsiteY45" fmla="*/ 266679 h 694328"/>
              <a:gd name="connsiteX46" fmla="*/ 299449 w 719551"/>
              <a:gd name="connsiteY46" fmla="*/ 374793 h 694328"/>
              <a:gd name="connsiteX47" fmla="*/ 303057 w 719551"/>
              <a:gd name="connsiteY47" fmla="*/ 375994 h 694328"/>
              <a:gd name="connsiteX48" fmla="*/ 288626 w 719551"/>
              <a:gd name="connsiteY48" fmla="*/ 315931 h 694328"/>
              <a:gd name="connsiteX49" fmla="*/ 250142 w 719551"/>
              <a:gd name="connsiteY49" fmla="*/ 144151 h 694328"/>
              <a:gd name="connsiteX50" fmla="*/ 233306 w 719551"/>
              <a:gd name="connsiteY50" fmla="*/ 177786 h 694328"/>
              <a:gd name="connsiteX51" fmla="*/ 298246 w 719551"/>
              <a:gd name="connsiteY51" fmla="*/ 243855 h 694328"/>
              <a:gd name="connsiteX52" fmla="*/ 306665 w 719551"/>
              <a:gd name="connsiteY52" fmla="*/ 377195 h 694328"/>
              <a:gd name="connsiteX53" fmla="*/ 298246 w 719551"/>
              <a:gd name="connsiteY53" fmla="*/ 512938 h 694328"/>
              <a:gd name="connsiteX54" fmla="*/ 291031 w 719551"/>
              <a:gd name="connsiteY54" fmla="*/ 445667 h 694328"/>
              <a:gd name="connsiteX55" fmla="*/ 246534 w 719551"/>
              <a:gd name="connsiteY55" fmla="*/ 418038 h 694328"/>
              <a:gd name="connsiteX56" fmla="*/ 233306 w 719551"/>
              <a:gd name="connsiteY56" fmla="*/ 446868 h 694328"/>
              <a:gd name="connsiteX57" fmla="*/ 298246 w 719551"/>
              <a:gd name="connsiteY57" fmla="*/ 512938 h 694328"/>
              <a:gd name="connsiteX58" fmla="*/ 358377 w 719551"/>
              <a:gd name="connsiteY58" fmla="*/ 601831 h 694328"/>
              <a:gd name="connsiteX59" fmla="*/ 355972 w 719551"/>
              <a:gd name="connsiteY59" fmla="*/ 607837 h 694328"/>
              <a:gd name="connsiteX60" fmla="*/ 238116 w 719551"/>
              <a:gd name="connsiteY60" fmla="*/ 690724 h 694328"/>
              <a:gd name="connsiteX61" fmla="*/ 227293 w 719551"/>
              <a:gd name="connsiteY61" fmla="*/ 694328 h 694328"/>
              <a:gd name="connsiteX62" fmla="*/ 0 w 719551"/>
              <a:gd name="connsiteY62" fmla="*/ 360378 h 694328"/>
              <a:gd name="connsiteX63" fmla="*/ 359579 w 719551"/>
              <a:gd name="connsiteY63" fmla="*/ 0 h 6943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</a:cxnLst>
            <a:rect l="l" t="t" r="r" b="b"/>
            <a:pathLst>
              <a:path w="719551" h="694328">
                <a:moveTo>
                  <a:pt x="365592" y="49251"/>
                </a:moveTo>
                <a:cubicBezTo>
                  <a:pt x="365592" y="54056"/>
                  <a:pt x="383631" y="88893"/>
                  <a:pt x="383631" y="88893"/>
                </a:cubicBezTo>
                <a:cubicBezTo>
                  <a:pt x="426925" y="153761"/>
                  <a:pt x="372808" y="225837"/>
                  <a:pt x="371605" y="228239"/>
                </a:cubicBezTo>
                <a:cubicBezTo>
                  <a:pt x="369200" y="230642"/>
                  <a:pt x="364390" y="239050"/>
                  <a:pt x="364390" y="245057"/>
                </a:cubicBezTo>
                <a:cubicBezTo>
                  <a:pt x="300652" y="199409"/>
                  <a:pt x="318691" y="126132"/>
                  <a:pt x="333122" y="103308"/>
                </a:cubicBezTo>
                <a:cubicBezTo>
                  <a:pt x="348756" y="79283"/>
                  <a:pt x="365592" y="49251"/>
                  <a:pt x="365592" y="49251"/>
                </a:cubicBezTo>
                <a:close/>
                <a:moveTo>
                  <a:pt x="359579" y="0"/>
                </a:moveTo>
                <a:cubicBezTo>
                  <a:pt x="508402" y="0"/>
                  <a:pt x="636930" y="91220"/>
                  <a:pt x="691893" y="220450"/>
                </a:cubicBezTo>
                <a:lnTo>
                  <a:pt x="712525" y="286472"/>
                </a:lnTo>
                <a:lnTo>
                  <a:pt x="719551" y="356173"/>
                </a:lnTo>
                <a:cubicBezTo>
                  <a:pt x="719551" y="381315"/>
                  <a:pt x="717004" y="405861"/>
                  <a:pt x="712152" y="429569"/>
                </a:cubicBezTo>
                <a:lnTo>
                  <a:pt x="694106" y="487706"/>
                </a:lnTo>
                <a:lnTo>
                  <a:pt x="671448" y="533826"/>
                </a:lnTo>
                <a:lnTo>
                  <a:pt x="657355" y="559790"/>
                </a:lnTo>
                <a:lnTo>
                  <a:pt x="634026" y="588066"/>
                </a:lnTo>
                <a:lnTo>
                  <a:pt x="601635" y="622971"/>
                </a:lnTo>
                <a:lnTo>
                  <a:pt x="567891" y="650812"/>
                </a:lnTo>
                <a:lnTo>
                  <a:pt x="515863" y="681565"/>
                </a:lnTo>
                <a:lnTo>
                  <a:pt x="497126" y="691735"/>
                </a:lnTo>
                <a:lnTo>
                  <a:pt x="491302" y="693543"/>
                </a:lnTo>
                <a:lnTo>
                  <a:pt x="482245" y="689523"/>
                </a:lnTo>
                <a:cubicBezTo>
                  <a:pt x="430533" y="667900"/>
                  <a:pt x="378821" y="641472"/>
                  <a:pt x="364390" y="609038"/>
                </a:cubicBezTo>
                <a:cubicBezTo>
                  <a:pt x="363187" y="605435"/>
                  <a:pt x="361985" y="604233"/>
                  <a:pt x="361985" y="601831"/>
                </a:cubicBezTo>
                <a:cubicBezTo>
                  <a:pt x="353566" y="574202"/>
                  <a:pt x="375213" y="539365"/>
                  <a:pt x="424520" y="512938"/>
                </a:cubicBezTo>
                <a:cubicBezTo>
                  <a:pt x="466611" y="491315"/>
                  <a:pt x="493069" y="464887"/>
                  <a:pt x="489461" y="446868"/>
                </a:cubicBezTo>
                <a:cubicBezTo>
                  <a:pt x="485853" y="432453"/>
                  <a:pt x="479840" y="422843"/>
                  <a:pt x="475029" y="418038"/>
                </a:cubicBezTo>
                <a:cubicBezTo>
                  <a:pt x="463003" y="428849"/>
                  <a:pt x="448572" y="438460"/>
                  <a:pt x="430533" y="445667"/>
                </a:cubicBezTo>
                <a:cubicBezTo>
                  <a:pt x="384834" y="470894"/>
                  <a:pt x="424520" y="512938"/>
                  <a:pt x="424520" y="512938"/>
                </a:cubicBezTo>
                <a:cubicBezTo>
                  <a:pt x="396860" y="509334"/>
                  <a:pt x="328312" y="428849"/>
                  <a:pt x="416102" y="377195"/>
                </a:cubicBezTo>
                <a:cubicBezTo>
                  <a:pt x="386037" y="366384"/>
                  <a:pt x="335527" y="290705"/>
                  <a:pt x="424520" y="243855"/>
                </a:cubicBezTo>
                <a:cubicBezTo>
                  <a:pt x="466611" y="221032"/>
                  <a:pt x="493069" y="195805"/>
                  <a:pt x="489461" y="177786"/>
                </a:cubicBezTo>
                <a:cubicBezTo>
                  <a:pt x="484650" y="156164"/>
                  <a:pt x="471422" y="144151"/>
                  <a:pt x="471422" y="144151"/>
                </a:cubicBezTo>
                <a:cubicBezTo>
                  <a:pt x="501487" y="164572"/>
                  <a:pt x="592885" y="222233"/>
                  <a:pt x="432938" y="315931"/>
                </a:cubicBezTo>
                <a:cubicBezTo>
                  <a:pt x="394455" y="337554"/>
                  <a:pt x="411291" y="367585"/>
                  <a:pt x="418507" y="375994"/>
                </a:cubicBezTo>
                <a:cubicBezTo>
                  <a:pt x="419710" y="375994"/>
                  <a:pt x="420912" y="374793"/>
                  <a:pt x="422115" y="374793"/>
                </a:cubicBezTo>
                <a:cubicBezTo>
                  <a:pt x="518323" y="323139"/>
                  <a:pt x="511108" y="266679"/>
                  <a:pt x="511108" y="266679"/>
                </a:cubicBezTo>
                <a:cubicBezTo>
                  <a:pt x="529147" y="287101"/>
                  <a:pt x="531552" y="365183"/>
                  <a:pt x="476232" y="416837"/>
                </a:cubicBezTo>
                <a:cubicBezTo>
                  <a:pt x="509905" y="439661"/>
                  <a:pt x="584467" y="496120"/>
                  <a:pt x="432938" y="586214"/>
                </a:cubicBezTo>
                <a:cubicBezTo>
                  <a:pt x="388442" y="610240"/>
                  <a:pt x="418507" y="646277"/>
                  <a:pt x="420912" y="647479"/>
                </a:cubicBezTo>
                <a:cubicBezTo>
                  <a:pt x="568833" y="619850"/>
                  <a:pt x="680675" y="488912"/>
                  <a:pt x="680675" y="332749"/>
                </a:cubicBezTo>
                <a:cubicBezTo>
                  <a:pt x="680675" y="157365"/>
                  <a:pt x="536362" y="13214"/>
                  <a:pt x="359579" y="13214"/>
                </a:cubicBezTo>
                <a:cubicBezTo>
                  <a:pt x="182796" y="13214"/>
                  <a:pt x="39686" y="157365"/>
                  <a:pt x="39686" y="332749"/>
                </a:cubicBezTo>
                <a:cubicBezTo>
                  <a:pt x="39686" y="490114"/>
                  <a:pt x="152731" y="621051"/>
                  <a:pt x="301854" y="648680"/>
                </a:cubicBezTo>
                <a:cubicBezTo>
                  <a:pt x="301854" y="648680"/>
                  <a:pt x="334325" y="610240"/>
                  <a:pt x="288626" y="586214"/>
                </a:cubicBezTo>
                <a:cubicBezTo>
                  <a:pt x="137097" y="496120"/>
                  <a:pt x="212861" y="439661"/>
                  <a:pt x="245332" y="416837"/>
                </a:cubicBezTo>
                <a:cubicBezTo>
                  <a:pt x="190012" y="365183"/>
                  <a:pt x="193620" y="287101"/>
                  <a:pt x="211659" y="266679"/>
                </a:cubicBezTo>
                <a:cubicBezTo>
                  <a:pt x="211659" y="266679"/>
                  <a:pt x="204443" y="323139"/>
                  <a:pt x="299449" y="374793"/>
                </a:cubicBezTo>
                <a:cubicBezTo>
                  <a:pt x="300652" y="374793"/>
                  <a:pt x="301854" y="375994"/>
                  <a:pt x="303057" y="375994"/>
                </a:cubicBezTo>
                <a:cubicBezTo>
                  <a:pt x="310273" y="367585"/>
                  <a:pt x="327109" y="337554"/>
                  <a:pt x="288626" y="315931"/>
                </a:cubicBezTo>
                <a:cubicBezTo>
                  <a:pt x="128679" y="222233"/>
                  <a:pt x="220077" y="164572"/>
                  <a:pt x="250142" y="144151"/>
                </a:cubicBezTo>
                <a:cubicBezTo>
                  <a:pt x="250142" y="144151"/>
                  <a:pt x="238116" y="156164"/>
                  <a:pt x="233306" y="177786"/>
                </a:cubicBezTo>
                <a:cubicBezTo>
                  <a:pt x="228495" y="195805"/>
                  <a:pt x="254953" y="221032"/>
                  <a:pt x="298246" y="243855"/>
                </a:cubicBezTo>
                <a:cubicBezTo>
                  <a:pt x="386037" y="290705"/>
                  <a:pt x="335527" y="366384"/>
                  <a:pt x="306665" y="377195"/>
                </a:cubicBezTo>
                <a:cubicBezTo>
                  <a:pt x="393252" y="428849"/>
                  <a:pt x="325906" y="509334"/>
                  <a:pt x="298246" y="512938"/>
                </a:cubicBezTo>
                <a:cubicBezTo>
                  <a:pt x="298246" y="512938"/>
                  <a:pt x="336730" y="470894"/>
                  <a:pt x="291031" y="445667"/>
                </a:cubicBezTo>
                <a:cubicBezTo>
                  <a:pt x="272992" y="438460"/>
                  <a:pt x="258561" y="428849"/>
                  <a:pt x="246534" y="418038"/>
                </a:cubicBezTo>
                <a:cubicBezTo>
                  <a:pt x="242927" y="422843"/>
                  <a:pt x="235711" y="432453"/>
                  <a:pt x="233306" y="446868"/>
                </a:cubicBezTo>
                <a:cubicBezTo>
                  <a:pt x="228495" y="464887"/>
                  <a:pt x="254953" y="491315"/>
                  <a:pt x="298246" y="512938"/>
                </a:cubicBezTo>
                <a:cubicBezTo>
                  <a:pt x="346351" y="539365"/>
                  <a:pt x="366795" y="574202"/>
                  <a:pt x="358377" y="601831"/>
                </a:cubicBezTo>
                <a:cubicBezTo>
                  <a:pt x="357174" y="604233"/>
                  <a:pt x="357174" y="605435"/>
                  <a:pt x="355972" y="607837"/>
                </a:cubicBezTo>
                <a:cubicBezTo>
                  <a:pt x="341540" y="641472"/>
                  <a:pt x="291031" y="667900"/>
                  <a:pt x="238116" y="690724"/>
                </a:cubicBezTo>
                <a:cubicBezTo>
                  <a:pt x="234508" y="691925"/>
                  <a:pt x="230901" y="693127"/>
                  <a:pt x="227293" y="694328"/>
                </a:cubicBezTo>
                <a:cubicBezTo>
                  <a:pt x="93804" y="641472"/>
                  <a:pt x="0" y="511736"/>
                  <a:pt x="0" y="360378"/>
                </a:cubicBezTo>
                <a:cubicBezTo>
                  <a:pt x="0" y="162170"/>
                  <a:pt x="161149" y="0"/>
                  <a:pt x="359579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4">
                  <a:lumMod val="50000"/>
                </a:schemeClr>
              </a:gs>
              <a:gs pos="42000">
                <a:srgbClr val="FFC000"/>
              </a:gs>
              <a:gs pos="74000">
                <a:schemeClr val="accent4">
                  <a:lumMod val="50000"/>
                </a:schemeClr>
              </a:gs>
              <a:gs pos="93000">
                <a:schemeClr val="accent4">
                  <a:lumMod val="75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6" name="直接连接符 5"/>
          <p:cNvCxnSpPr/>
          <p:nvPr/>
        </p:nvCxnSpPr>
        <p:spPr>
          <a:xfrm>
            <a:off x="966047" y="1517263"/>
            <a:ext cx="3083439" cy="0"/>
          </a:xfrm>
          <a:prstGeom prst="line">
            <a:avLst/>
          </a:prstGeom>
          <a:ln w="31750">
            <a:gradFill>
              <a:gsLst>
                <a:gs pos="0">
                  <a:schemeClr val="accent1">
                    <a:hueOff val="-4200000"/>
                  </a:schemeClr>
                </a:gs>
                <a:gs pos="100000">
                  <a:schemeClr val="accent1"/>
                </a:gs>
              </a:gsLst>
            </a:gra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8" name="文本框 7"/>
          <p:cNvSpPr txBox="1"/>
          <p:nvPr/>
        </p:nvSpPr>
        <p:spPr>
          <a:xfrm>
            <a:off x="871219" y="962025"/>
            <a:ext cx="3281395" cy="56451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just" defTabSz="26670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800" dirty="0">
                <a:solidFill>
                  <a:srgbClr val="0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发送</a:t>
            </a:r>
            <a:r>
              <a:rPr lang="en-US" altLang="zh-CN" sz="2800" dirty="0">
                <a:solidFill>
                  <a:srgbClr val="0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HTTP</a:t>
            </a:r>
            <a:r>
              <a:rPr lang="zh-CN" altLang="en-US" sz="2800" dirty="0">
                <a:solidFill>
                  <a:srgbClr val="0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响应消息</a:t>
            </a:r>
            <a:endParaRPr lang="zh-CN" altLang="en-US" sz="2800" dirty="0">
              <a:solidFill>
                <a:srgbClr val="000000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7642565" y="2566040"/>
            <a:ext cx="3921502" cy="2308324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just" defTabSz="266700">
              <a:spcBef>
                <a:spcPct val="0"/>
              </a:spcBef>
              <a:spcAft>
                <a:spcPct val="0"/>
              </a:spcAft>
            </a:pPr>
            <a:r>
              <a:rPr lang="en-US" altLang="zh-CN" sz="2400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		</a:t>
            </a:r>
            <a:r>
              <a:rPr lang="zh-CN" altLang="en-US" sz="2400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在打开资源目录后，使用数据结构</a:t>
            </a:r>
            <a:r>
              <a:rPr lang="en-US" altLang="zh-CN" sz="2400" dirty="0" err="1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diren</a:t>
            </a:r>
            <a:r>
              <a:rPr lang="zh-CN" altLang="en-US" sz="2400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与</a:t>
            </a:r>
            <a:r>
              <a:rPr lang="en-US" altLang="zh-CN" sz="2400" dirty="0" err="1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readdir</a:t>
            </a:r>
            <a:r>
              <a:rPr lang="zh-CN" altLang="en-US" sz="2400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函数，从提取所有资源目录下的文件的信息，先统计对应格式的</a:t>
            </a:r>
            <a:r>
              <a:rPr lang="en-US" altLang="zh-CN" sz="2400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HTML</a:t>
            </a:r>
            <a:r>
              <a:rPr lang="zh-CN" altLang="en-US" sz="2400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代码的长度，用于发送状态行和响应头部</a:t>
            </a:r>
            <a:endParaRPr lang="zh-CN" altLang="en-US" sz="2400" dirty="0">
              <a:solidFill>
                <a:srgbClr val="000000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+mn-ea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6199" y="1946771"/>
            <a:ext cx="6506573" cy="3916195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1196828" y="6004531"/>
            <a:ext cx="367135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latin typeface="华文中宋" panose="02010600040101010101" charset="-122"/>
                <a:ea typeface="华文中宋" panose="02010600040101010101" charset="-122"/>
              </a:rPr>
              <a:t>发送文件列表第一部分</a:t>
            </a:r>
            <a:r>
              <a:rPr lang="zh-CN" altLang="en-US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的实现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>
        <p159:morph option="byObject"/>
      </p:transition>
    </mc:Choice>
    <mc:Fallback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对角圆角矩形 1"/>
          <p:cNvSpPr/>
          <p:nvPr>
            <p:custDataLst>
              <p:tags r:id="rId1"/>
            </p:custDataLst>
          </p:nvPr>
        </p:nvSpPr>
        <p:spPr>
          <a:xfrm>
            <a:off x="-397323" y="292"/>
            <a:ext cx="13160188" cy="956889"/>
          </a:xfrm>
          <a:prstGeom prst="round2DiagRect">
            <a:avLst>
              <a:gd name="adj1" fmla="val 50000"/>
              <a:gd name="adj2" fmla="val 0"/>
            </a:avLst>
          </a:prstGeom>
          <a:gradFill>
            <a:gsLst>
              <a:gs pos="0">
                <a:srgbClr val="5D9D72">
                  <a:alpha val="100000"/>
                </a:srgbClr>
              </a:gs>
              <a:gs pos="49000">
                <a:srgbClr val="6EA844"/>
              </a:gs>
              <a:gs pos="100000">
                <a:srgbClr val="1D7546"/>
              </a:gs>
            </a:gsLst>
            <a:lin ang="10800000" scaled="0"/>
          </a:gradFill>
          <a:ln>
            <a:noFill/>
          </a:ln>
          <a:effectLst>
            <a:outerShdw blurRad="50800" dist="38100" dir="2700000" algn="tl" rotWithShape="0">
              <a:prstClr val="black">
                <a:alpha val="2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3" name="图片 2" descr="带字透明底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rcRect t="29740" b="22457"/>
          <a:stretch>
            <a:fillRect/>
          </a:stretch>
        </p:blipFill>
        <p:spPr>
          <a:xfrm>
            <a:off x="9144000" y="103505"/>
            <a:ext cx="3048000" cy="746125"/>
          </a:xfrm>
          <a:prstGeom prst="rect">
            <a:avLst/>
          </a:prstGeom>
        </p:spPr>
      </p:pic>
      <p:sp>
        <p:nvSpPr>
          <p:cNvPr id="11" name="文本框 10"/>
          <p:cNvSpPr txBox="1"/>
          <p:nvPr>
            <p:custDataLst>
              <p:tags r:id="rId4"/>
            </p:custDataLst>
          </p:nvPr>
        </p:nvSpPr>
        <p:spPr>
          <a:xfrm>
            <a:off x="324485" y="173990"/>
            <a:ext cx="5264785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800" spc="100" dirty="0">
                <a:solidFill>
                  <a:schemeClr val="bg1"/>
                </a:solidFill>
                <a:uFillTx/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2.</a:t>
            </a:r>
            <a:r>
              <a:rPr lang="zh-CN" altLang="en-US" sz="3800" spc="100" dirty="0">
                <a:solidFill>
                  <a:schemeClr val="bg1"/>
                </a:solidFill>
                <a:uFillTx/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问题解决流程</a:t>
            </a:r>
            <a:endParaRPr lang="zh-CN" altLang="en-US" sz="3800" spc="100" dirty="0">
              <a:solidFill>
                <a:schemeClr val="bg1"/>
              </a:solidFill>
              <a:uFillTx/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endParaRPr lang="zh-CN" altLang="en-US" sz="3800" spc="100" dirty="0">
              <a:solidFill>
                <a:schemeClr val="bg1"/>
              </a:solidFill>
              <a:uFillTx/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19" name="任意多边形: 形状 3"/>
          <p:cNvSpPr/>
          <p:nvPr/>
        </p:nvSpPr>
        <p:spPr>
          <a:xfrm>
            <a:off x="-497205" y="-2540"/>
            <a:ext cx="984250" cy="959485"/>
          </a:xfrm>
          <a:custGeom>
            <a:avLst/>
            <a:gdLst>
              <a:gd name="connsiteX0" fmla="*/ 365592 w 719551"/>
              <a:gd name="connsiteY0" fmla="*/ 49251 h 694328"/>
              <a:gd name="connsiteX1" fmla="*/ 383631 w 719551"/>
              <a:gd name="connsiteY1" fmla="*/ 88893 h 694328"/>
              <a:gd name="connsiteX2" fmla="*/ 371605 w 719551"/>
              <a:gd name="connsiteY2" fmla="*/ 228239 h 694328"/>
              <a:gd name="connsiteX3" fmla="*/ 364390 w 719551"/>
              <a:gd name="connsiteY3" fmla="*/ 245057 h 694328"/>
              <a:gd name="connsiteX4" fmla="*/ 333122 w 719551"/>
              <a:gd name="connsiteY4" fmla="*/ 103308 h 694328"/>
              <a:gd name="connsiteX5" fmla="*/ 365592 w 719551"/>
              <a:gd name="connsiteY5" fmla="*/ 49251 h 694328"/>
              <a:gd name="connsiteX6" fmla="*/ 359579 w 719551"/>
              <a:gd name="connsiteY6" fmla="*/ 0 h 694328"/>
              <a:gd name="connsiteX7" fmla="*/ 691893 w 719551"/>
              <a:gd name="connsiteY7" fmla="*/ 220450 h 694328"/>
              <a:gd name="connsiteX8" fmla="*/ 712525 w 719551"/>
              <a:gd name="connsiteY8" fmla="*/ 286472 h 694328"/>
              <a:gd name="connsiteX9" fmla="*/ 719551 w 719551"/>
              <a:gd name="connsiteY9" fmla="*/ 356173 h 694328"/>
              <a:gd name="connsiteX10" fmla="*/ 712152 w 719551"/>
              <a:gd name="connsiteY10" fmla="*/ 429569 h 694328"/>
              <a:gd name="connsiteX11" fmla="*/ 694106 w 719551"/>
              <a:gd name="connsiteY11" fmla="*/ 487706 h 694328"/>
              <a:gd name="connsiteX12" fmla="*/ 671448 w 719551"/>
              <a:gd name="connsiteY12" fmla="*/ 533826 h 694328"/>
              <a:gd name="connsiteX13" fmla="*/ 657355 w 719551"/>
              <a:gd name="connsiteY13" fmla="*/ 559790 h 694328"/>
              <a:gd name="connsiteX14" fmla="*/ 634026 w 719551"/>
              <a:gd name="connsiteY14" fmla="*/ 588066 h 694328"/>
              <a:gd name="connsiteX15" fmla="*/ 601635 w 719551"/>
              <a:gd name="connsiteY15" fmla="*/ 622971 h 694328"/>
              <a:gd name="connsiteX16" fmla="*/ 567891 w 719551"/>
              <a:gd name="connsiteY16" fmla="*/ 650812 h 694328"/>
              <a:gd name="connsiteX17" fmla="*/ 515863 w 719551"/>
              <a:gd name="connsiteY17" fmla="*/ 681565 h 694328"/>
              <a:gd name="connsiteX18" fmla="*/ 497126 w 719551"/>
              <a:gd name="connsiteY18" fmla="*/ 691735 h 694328"/>
              <a:gd name="connsiteX19" fmla="*/ 491302 w 719551"/>
              <a:gd name="connsiteY19" fmla="*/ 693543 h 694328"/>
              <a:gd name="connsiteX20" fmla="*/ 482245 w 719551"/>
              <a:gd name="connsiteY20" fmla="*/ 689523 h 694328"/>
              <a:gd name="connsiteX21" fmla="*/ 364390 w 719551"/>
              <a:gd name="connsiteY21" fmla="*/ 609038 h 694328"/>
              <a:gd name="connsiteX22" fmla="*/ 361985 w 719551"/>
              <a:gd name="connsiteY22" fmla="*/ 601831 h 694328"/>
              <a:gd name="connsiteX23" fmla="*/ 424520 w 719551"/>
              <a:gd name="connsiteY23" fmla="*/ 512938 h 694328"/>
              <a:gd name="connsiteX24" fmla="*/ 489461 w 719551"/>
              <a:gd name="connsiteY24" fmla="*/ 446868 h 694328"/>
              <a:gd name="connsiteX25" fmla="*/ 475029 w 719551"/>
              <a:gd name="connsiteY25" fmla="*/ 418038 h 694328"/>
              <a:gd name="connsiteX26" fmla="*/ 430533 w 719551"/>
              <a:gd name="connsiteY26" fmla="*/ 445667 h 694328"/>
              <a:gd name="connsiteX27" fmla="*/ 424520 w 719551"/>
              <a:gd name="connsiteY27" fmla="*/ 512938 h 694328"/>
              <a:gd name="connsiteX28" fmla="*/ 416102 w 719551"/>
              <a:gd name="connsiteY28" fmla="*/ 377195 h 694328"/>
              <a:gd name="connsiteX29" fmla="*/ 424520 w 719551"/>
              <a:gd name="connsiteY29" fmla="*/ 243855 h 694328"/>
              <a:gd name="connsiteX30" fmla="*/ 489461 w 719551"/>
              <a:gd name="connsiteY30" fmla="*/ 177786 h 694328"/>
              <a:gd name="connsiteX31" fmla="*/ 471422 w 719551"/>
              <a:gd name="connsiteY31" fmla="*/ 144151 h 694328"/>
              <a:gd name="connsiteX32" fmla="*/ 432938 w 719551"/>
              <a:gd name="connsiteY32" fmla="*/ 315931 h 694328"/>
              <a:gd name="connsiteX33" fmla="*/ 418507 w 719551"/>
              <a:gd name="connsiteY33" fmla="*/ 375994 h 694328"/>
              <a:gd name="connsiteX34" fmla="*/ 422115 w 719551"/>
              <a:gd name="connsiteY34" fmla="*/ 374793 h 694328"/>
              <a:gd name="connsiteX35" fmla="*/ 511108 w 719551"/>
              <a:gd name="connsiteY35" fmla="*/ 266679 h 694328"/>
              <a:gd name="connsiteX36" fmla="*/ 476232 w 719551"/>
              <a:gd name="connsiteY36" fmla="*/ 416837 h 694328"/>
              <a:gd name="connsiteX37" fmla="*/ 432938 w 719551"/>
              <a:gd name="connsiteY37" fmla="*/ 586214 h 694328"/>
              <a:gd name="connsiteX38" fmla="*/ 420912 w 719551"/>
              <a:gd name="connsiteY38" fmla="*/ 647479 h 694328"/>
              <a:gd name="connsiteX39" fmla="*/ 680675 w 719551"/>
              <a:gd name="connsiteY39" fmla="*/ 332749 h 694328"/>
              <a:gd name="connsiteX40" fmla="*/ 359579 w 719551"/>
              <a:gd name="connsiteY40" fmla="*/ 13214 h 694328"/>
              <a:gd name="connsiteX41" fmla="*/ 39686 w 719551"/>
              <a:gd name="connsiteY41" fmla="*/ 332749 h 694328"/>
              <a:gd name="connsiteX42" fmla="*/ 301854 w 719551"/>
              <a:gd name="connsiteY42" fmla="*/ 648680 h 694328"/>
              <a:gd name="connsiteX43" fmla="*/ 288626 w 719551"/>
              <a:gd name="connsiteY43" fmla="*/ 586214 h 694328"/>
              <a:gd name="connsiteX44" fmla="*/ 245332 w 719551"/>
              <a:gd name="connsiteY44" fmla="*/ 416837 h 694328"/>
              <a:gd name="connsiteX45" fmla="*/ 211659 w 719551"/>
              <a:gd name="connsiteY45" fmla="*/ 266679 h 694328"/>
              <a:gd name="connsiteX46" fmla="*/ 299449 w 719551"/>
              <a:gd name="connsiteY46" fmla="*/ 374793 h 694328"/>
              <a:gd name="connsiteX47" fmla="*/ 303057 w 719551"/>
              <a:gd name="connsiteY47" fmla="*/ 375994 h 694328"/>
              <a:gd name="connsiteX48" fmla="*/ 288626 w 719551"/>
              <a:gd name="connsiteY48" fmla="*/ 315931 h 694328"/>
              <a:gd name="connsiteX49" fmla="*/ 250142 w 719551"/>
              <a:gd name="connsiteY49" fmla="*/ 144151 h 694328"/>
              <a:gd name="connsiteX50" fmla="*/ 233306 w 719551"/>
              <a:gd name="connsiteY50" fmla="*/ 177786 h 694328"/>
              <a:gd name="connsiteX51" fmla="*/ 298246 w 719551"/>
              <a:gd name="connsiteY51" fmla="*/ 243855 h 694328"/>
              <a:gd name="connsiteX52" fmla="*/ 306665 w 719551"/>
              <a:gd name="connsiteY52" fmla="*/ 377195 h 694328"/>
              <a:gd name="connsiteX53" fmla="*/ 298246 w 719551"/>
              <a:gd name="connsiteY53" fmla="*/ 512938 h 694328"/>
              <a:gd name="connsiteX54" fmla="*/ 291031 w 719551"/>
              <a:gd name="connsiteY54" fmla="*/ 445667 h 694328"/>
              <a:gd name="connsiteX55" fmla="*/ 246534 w 719551"/>
              <a:gd name="connsiteY55" fmla="*/ 418038 h 694328"/>
              <a:gd name="connsiteX56" fmla="*/ 233306 w 719551"/>
              <a:gd name="connsiteY56" fmla="*/ 446868 h 694328"/>
              <a:gd name="connsiteX57" fmla="*/ 298246 w 719551"/>
              <a:gd name="connsiteY57" fmla="*/ 512938 h 694328"/>
              <a:gd name="connsiteX58" fmla="*/ 358377 w 719551"/>
              <a:gd name="connsiteY58" fmla="*/ 601831 h 694328"/>
              <a:gd name="connsiteX59" fmla="*/ 355972 w 719551"/>
              <a:gd name="connsiteY59" fmla="*/ 607837 h 694328"/>
              <a:gd name="connsiteX60" fmla="*/ 238116 w 719551"/>
              <a:gd name="connsiteY60" fmla="*/ 690724 h 694328"/>
              <a:gd name="connsiteX61" fmla="*/ 227293 w 719551"/>
              <a:gd name="connsiteY61" fmla="*/ 694328 h 694328"/>
              <a:gd name="connsiteX62" fmla="*/ 0 w 719551"/>
              <a:gd name="connsiteY62" fmla="*/ 360378 h 694328"/>
              <a:gd name="connsiteX63" fmla="*/ 359579 w 719551"/>
              <a:gd name="connsiteY63" fmla="*/ 0 h 6943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</a:cxnLst>
            <a:rect l="l" t="t" r="r" b="b"/>
            <a:pathLst>
              <a:path w="719551" h="694328">
                <a:moveTo>
                  <a:pt x="365592" y="49251"/>
                </a:moveTo>
                <a:cubicBezTo>
                  <a:pt x="365592" y="54056"/>
                  <a:pt x="383631" y="88893"/>
                  <a:pt x="383631" y="88893"/>
                </a:cubicBezTo>
                <a:cubicBezTo>
                  <a:pt x="426925" y="153761"/>
                  <a:pt x="372808" y="225837"/>
                  <a:pt x="371605" y="228239"/>
                </a:cubicBezTo>
                <a:cubicBezTo>
                  <a:pt x="369200" y="230642"/>
                  <a:pt x="364390" y="239050"/>
                  <a:pt x="364390" y="245057"/>
                </a:cubicBezTo>
                <a:cubicBezTo>
                  <a:pt x="300652" y="199409"/>
                  <a:pt x="318691" y="126132"/>
                  <a:pt x="333122" y="103308"/>
                </a:cubicBezTo>
                <a:cubicBezTo>
                  <a:pt x="348756" y="79283"/>
                  <a:pt x="365592" y="49251"/>
                  <a:pt x="365592" y="49251"/>
                </a:cubicBezTo>
                <a:close/>
                <a:moveTo>
                  <a:pt x="359579" y="0"/>
                </a:moveTo>
                <a:cubicBezTo>
                  <a:pt x="508402" y="0"/>
                  <a:pt x="636930" y="91220"/>
                  <a:pt x="691893" y="220450"/>
                </a:cubicBezTo>
                <a:lnTo>
                  <a:pt x="712525" y="286472"/>
                </a:lnTo>
                <a:lnTo>
                  <a:pt x="719551" y="356173"/>
                </a:lnTo>
                <a:cubicBezTo>
                  <a:pt x="719551" y="381315"/>
                  <a:pt x="717004" y="405861"/>
                  <a:pt x="712152" y="429569"/>
                </a:cubicBezTo>
                <a:lnTo>
                  <a:pt x="694106" y="487706"/>
                </a:lnTo>
                <a:lnTo>
                  <a:pt x="671448" y="533826"/>
                </a:lnTo>
                <a:lnTo>
                  <a:pt x="657355" y="559790"/>
                </a:lnTo>
                <a:lnTo>
                  <a:pt x="634026" y="588066"/>
                </a:lnTo>
                <a:lnTo>
                  <a:pt x="601635" y="622971"/>
                </a:lnTo>
                <a:lnTo>
                  <a:pt x="567891" y="650812"/>
                </a:lnTo>
                <a:lnTo>
                  <a:pt x="515863" y="681565"/>
                </a:lnTo>
                <a:lnTo>
                  <a:pt x="497126" y="691735"/>
                </a:lnTo>
                <a:lnTo>
                  <a:pt x="491302" y="693543"/>
                </a:lnTo>
                <a:lnTo>
                  <a:pt x="482245" y="689523"/>
                </a:lnTo>
                <a:cubicBezTo>
                  <a:pt x="430533" y="667900"/>
                  <a:pt x="378821" y="641472"/>
                  <a:pt x="364390" y="609038"/>
                </a:cubicBezTo>
                <a:cubicBezTo>
                  <a:pt x="363187" y="605435"/>
                  <a:pt x="361985" y="604233"/>
                  <a:pt x="361985" y="601831"/>
                </a:cubicBezTo>
                <a:cubicBezTo>
                  <a:pt x="353566" y="574202"/>
                  <a:pt x="375213" y="539365"/>
                  <a:pt x="424520" y="512938"/>
                </a:cubicBezTo>
                <a:cubicBezTo>
                  <a:pt x="466611" y="491315"/>
                  <a:pt x="493069" y="464887"/>
                  <a:pt x="489461" y="446868"/>
                </a:cubicBezTo>
                <a:cubicBezTo>
                  <a:pt x="485853" y="432453"/>
                  <a:pt x="479840" y="422843"/>
                  <a:pt x="475029" y="418038"/>
                </a:cubicBezTo>
                <a:cubicBezTo>
                  <a:pt x="463003" y="428849"/>
                  <a:pt x="448572" y="438460"/>
                  <a:pt x="430533" y="445667"/>
                </a:cubicBezTo>
                <a:cubicBezTo>
                  <a:pt x="384834" y="470894"/>
                  <a:pt x="424520" y="512938"/>
                  <a:pt x="424520" y="512938"/>
                </a:cubicBezTo>
                <a:cubicBezTo>
                  <a:pt x="396860" y="509334"/>
                  <a:pt x="328312" y="428849"/>
                  <a:pt x="416102" y="377195"/>
                </a:cubicBezTo>
                <a:cubicBezTo>
                  <a:pt x="386037" y="366384"/>
                  <a:pt x="335527" y="290705"/>
                  <a:pt x="424520" y="243855"/>
                </a:cubicBezTo>
                <a:cubicBezTo>
                  <a:pt x="466611" y="221032"/>
                  <a:pt x="493069" y="195805"/>
                  <a:pt x="489461" y="177786"/>
                </a:cubicBezTo>
                <a:cubicBezTo>
                  <a:pt x="484650" y="156164"/>
                  <a:pt x="471422" y="144151"/>
                  <a:pt x="471422" y="144151"/>
                </a:cubicBezTo>
                <a:cubicBezTo>
                  <a:pt x="501487" y="164572"/>
                  <a:pt x="592885" y="222233"/>
                  <a:pt x="432938" y="315931"/>
                </a:cubicBezTo>
                <a:cubicBezTo>
                  <a:pt x="394455" y="337554"/>
                  <a:pt x="411291" y="367585"/>
                  <a:pt x="418507" y="375994"/>
                </a:cubicBezTo>
                <a:cubicBezTo>
                  <a:pt x="419710" y="375994"/>
                  <a:pt x="420912" y="374793"/>
                  <a:pt x="422115" y="374793"/>
                </a:cubicBezTo>
                <a:cubicBezTo>
                  <a:pt x="518323" y="323139"/>
                  <a:pt x="511108" y="266679"/>
                  <a:pt x="511108" y="266679"/>
                </a:cubicBezTo>
                <a:cubicBezTo>
                  <a:pt x="529147" y="287101"/>
                  <a:pt x="531552" y="365183"/>
                  <a:pt x="476232" y="416837"/>
                </a:cubicBezTo>
                <a:cubicBezTo>
                  <a:pt x="509905" y="439661"/>
                  <a:pt x="584467" y="496120"/>
                  <a:pt x="432938" y="586214"/>
                </a:cubicBezTo>
                <a:cubicBezTo>
                  <a:pt x="388442" y="610240"/>
                  <a:pt x="418507" y="646277"/>
                  <a:pt x="420912" y="647479"/>
                </a:cubicBezTo>
                <a:cubicBezTo>
                  <a:pt x="568833" y="619850"/>
                  <a:pt x="680675" y="488912"/>
                  <a:pt x="680675" y="332749"/>
                </a:cubicBezTo>
                <a:cubicBezTo>
                  <a:pt x="680675" y="157365"/>
                  <a:pt x="536362" y="13214"/>
                  <a:pt x="359579" y="13214"/>
                </a:cubicBezTo>
                <a:cubicBezTo>
                  <a:pt x="182796" y="13214"/>
                  <a:pt x="39686" y="157365"/>
                  <a:pt x="39686" y="332749"/>
                </a:cubicBezTo>
                <a:cubicBezTo>
                  <a:pt x="39686" y="490114"/>
                  <a:pt x="152731" y="621051"/>
                  <a:pt x="301854" y="648680"/>
                </a:cubicBezTo>
                <a:cubicBezTo>
                  <a:pt x="301854" y="648680"/>
                  <a:pt x="334325" y="610240"/>
                  <a:pt x="288626" y="586214"/>
                </a:cubicBezTo>
                <a:cubicBezTo>
                  <a:pt x="137097" y="496120"/>
                  <a:pt x="212861" y="439661"/>
                  <a:pt x="245332" y="416837"/>
                </a:cubicBezTo>
                <a:cubicBezTo>
                  <a:pt x="190012" y="365183"/>
                  <a:pt x="193620" y="287101"/>
                  <a:pt x="211659" y="266679"/>
                </a:cubicBezTo>
                <a:cubicBezTo>
                  <a:pt x="211659" y="266679"/>
                  <a:pt x="204443" y="323139"/>
                  <a:pt x="299449" y="374793"/>
                </a:cubicBezTo>
                <a:cubicBezTo>
                  <a:pt x="300652" y="374793"/>
                  <a:pt x="301854" y="375994"/>
                  <a:pt x="303057" y="375994"/>
                </a:cubicBezTo>
                <a:cubicBezTo>
                  <a:pt x="310273" y="367585"/>
                  <a:pt x="327109" y="337554"/>
                  <a:pt x="288626" y="315931"/>
                </a:cubicBezTo>
                <a:cubicBezTo>
                  <a:pt x="128679" y="222233"/>
                  <a:pt x="220077" y="164572"/>
                  <a:pt x="250142" y="144151"/>
                </a:cubicBezTo>
                <a:cubicBezTo>
                  <a:pt x="250142" y="144151"/>
                  <a:pt x="238116" y="156164"/>
                  <a:pt x="233306" y="177786"/>
                </a:cubicBezTo>
                <a:cubicBezTo>
                  <a:pt x="228495" y="195805"/>
                  <a:pt x="254953" y="221032"/>
                  <a:pt x="298246" y="243855"/>
                </a:cubicBezTo>
                <a:cubicBezTo>
                  <a:pt x="386037" y="290705"/>
                  <a:pt x="335527" y="366384"/>
                  <a:pt x="306665" y="377195"/>
                </a:cubicBezTo>
                <a:cubicBezTo>
                  <a:pt x="393252" y="428849"/>
                  <a:pt x="325906" y="509334"/>
                  <a:pt x="298246" y="512938"/>
                </a:cubicBezTo>
                <a:cubicBezTo>
                  <a:pt x="298246" y="512938"/>
                  <a:pt x="336730" y="470894"/>
                  <a:pt x="291031" y="445667"/>
                </a:cubicBezTo>
                <a:cubicBezTo>
                  <a:pt x="272992" y="438460"/>
                  <a:pt x="258561" y="428849"/>
                  <a:pt x="246534" y="418038"/>
                </a:cubicBezTo>
                <a:cubicBezTo>
                  <a:pt x="242927" y="422843"/>
                  <a:pt x="235711" y="432453"/>
                  <a:pt x="233306" y="446868"/>
                </a:cubicBezTo>
                <a:cubicBezTo>
                  <a:pt x="228495" y="464887"/>
                  <a:pt x="254953" y="491315"/>
                  <a:pt x="298246" y="512938"/>
                </a:cubicBezTo>
                <a:cubicBezTo>
                  <a:pt x="346351" y="539365"/>
                  <a:pt x="366795" y="574202"/>
                  <a:pt x="358377" y="601831"/>
                </a:cubicBezTo>
                <a:cubicBezTo>
                  <a:pt x="357174" y="604233"/>
                  <a:pt x="357174" y="605435"/>
                  <a:pt x="355972" y="607837"/>
                </a:cubicBezTo>
                <a:cubicBezTo>
                  <a:pt x="341540" y="641472"/>
                  <a:pt x="291031" y="667900"/>
                  <a:pt x="238116" y="690724"/>
                </a:cubicBezTo>
                <a:cubicBezTo>
                  <a:pt x="234508" y="691925"/>
                  <a:pt x="230901" y="693127"/>
                  <a:pt x="227293" y="694328"/>
                </a:cubicBezTo>
                <a:cubicBezTo>
                  <a:pt x="93804" y="641472"/>
                  <a:pt x="0" y="511736"/>
                  <a:pt x="0" y="360378"/>
                </a:cubicBezTo>
                <a:cubicBezTo>
                  <a:pt x="0" y="162170"/>
                  <a:pt x="161149" y="0"/>
                  <a:pt x="359579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4">
                  <a:lumMod val="50000"/>
                </a:schemeClr>
              </a:gs>
              <a:gs pos="42000">
                <a:srgbClr val="FFC000"/>
              </a:gs>
              <a:gs pos="74000">
                <a:schemeClr val="accent4">
                  <a:lumMod val="50000"/>
                </a:schemeClr>
              </a:gs>
              <a:gs pos="93000">
                <a:schemeClr val="accent4">
                  <a:lumMod val="75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6" name="直接连接符 5"/>
          <p:cNvCxnSpPr/>
          <p:nvPr/>
        </p:nvCxnSpPr>
        <p:spPr>
          <a:xfrm>
            <a:off x="966047" y="1517263"/>
            <a:ext cx="3083439" cy="0"/>
          </a:xfrm>
          <a:prstGeom prst="line">
            <a:avLst/>
          </a:prstGeom>
          <a:ln w="31750">
            <a:gradFill>
              <a:gsLst>
                <a:gs pos="0">
                  <a:schemeClr val="accent1">
                    <a:hueOff val="-4200000"/>
                  </a:schemeClr>
                </a:gs>
                <a:gs pos="100000">
                  <a:schemeClr val="accent1"/>
                </a:gs>
              </a:gsLst>
            </a:gra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8" name="文本框 7"/>
          <p:cNvSpPr txBox="1"/>
          <p:nvPr/>
        </p:nvSpPr>
        <p:spPr>
          <a:xfrm>
            <a:off x="871219" y="962025"/>
            <a:ext cx="3281395" cy="56451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just" defTabSz="26670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800" dirty="0">
                <a:solidFill>
                  <a:srgbClr val="0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发送</a:t>
            </a:r>
            <a:r>
              <a:rPr lang="en-US" altLang="zh-CN" sz="2800" dirty="0">
                <a:solidFill>
                  <a:srgbClr val="0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HTTP</a:t>
            </a:r>
            <a:r>
              <a:rPr lang="zh-CN" altLang="en-US" sz="2800" dirty="0">
                <a:solidFill>
                  <a:srgbClr val="0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响应消息</a:t>
            </a:r>
            <a:endParaRPr lang="zh-CN" altLang="en-US" sz="2800" dirty="0">
              <a:solidFill>
                <a:srgbClr val="000000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+mn-ea"/>
            </a:endParaRP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6047" y="2636791"/>
            <a:ext cx="5873635" cy="2113712"/>
          </a:xfrm>
          <a:prstGeom prst="rect">
            <a:avLst/>
          </a:prstGeom>
        </p:spPr>
      </p:pic>
      <p:sp>
        <p:nvSpPr>
          <p:cNvPr id="15" name="文本框 14"/>
          <p:cNvSpPr txBox="1"/>
          <p:nvPr/>
        </p:nvSpPr>
        <p:spPr>
          <a:xfrm>
            <a:off x="7525686" y="2442179"/>
            <a:ext cx="3921502" cy="2308324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just" defTabSz="266700">
              <a:spcBef>
                <a:spcPct val="0"/>
              </a:spcBef>
              <a:spcAft>
                <a:spcPct val="0"/>
              </a:spcAft>
            </a:pPr>
            <a:r>
              <a:rPr lang="en-US" altLang="zh-CN" sz="2400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       </a:t>
            </a:r>
            <a:r>
              <a:rPr lang="zh-CN" altLang="en-US" sz="2400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在</a:t>
            </a:r>
            <a:r>
              <a:rPr lang="en-US" altLang="zh-CN" sz="2400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HTML</a:t>
            </a:r>
            <a:r>
              <a:rPr lang="zh-CN" altLang="en-US" sz="2400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代码中，用</a:t>
            </a:r>
            <a:r>
              <a:rPr lang="en-US" altLang="zh-CN" sz="2400" dirty="0" err="1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href</a:t>
            </a:r>
            <a:r>
              <a:rPr lang="zh-CN" altLang="en-US" sz="2400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类型显示文件名，并设置对应的</a:t>
            </a:r>
            <a:r>
              <a:rPr lang="en-US" altLang="zh-CN" sz="2400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URL</a:t>
            </a:r>
            <a:r>
              <a:rPr lang="zh-CN" altLang="en-US" sz="2400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链接。如果在客户端界面点击文件名，则会发出相应的请求，用于下载对应的文件。</a:t>
            </a:r>
            <a:endParaRPr lang="zh-CN" altLang="en-US" sz="2400" dirty="0">
              <a:solidFill>
                <a:srgbClr val="000000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+mn-ea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1917918" y="4854526"/>
            <a:ext cx="367135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latin typeface="华文中宋" panose="02010600040101010101" charset="-122"/>
                <a:ea typeface="华文中宋" panose="02010600040101010101" charset="-122"/>
              </a:rPr>
              <a:t>发送文件列表第二部分</a:t>
            </a:r>
            <a:r>
              <a:rPr lang="zh-CN" altLang="en-US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的实现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>
        <p159:morph option="byObject"/>
      </p:transition>
    </mc:Choice>
    <mc:Fallback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对角圆角矩形 1"/>
          <p:cNvSpPr/>
          <p:nvPr>
            <p:custDataLst>
              <p:tags r:id="rId1"/>
            </p:custDataLst>
          </p:nvPr>
        </p:nvSpPr>
        <p:spPr>
          <a:xfrm>
            <a:off x="-397323" y="292"/>
            <a:ext cx="13160188" cy="956889"/>
          </a:xfrm>
          <a:prstGeom prst="round2DiagRect">
            <a:avLst>
              <a:gd name="adj1" fmla="val 50000"/>
              <a:gd name="adj2" fmla="val 0"/>
            </a:avLst>
          </a:prstGeom>
          <a:gradFill>
            <a:gsLst>
              <a:gs pos="0">
                <a:srgbClr val="5D9D72">
                  <a:alpha val="100000"/>
                </a:srgbClr>
              </a:gs>
              <a:gs pos="49000">
                <a:srgbClr val="6EA844"/>
              </a:gs>
              <a:gs pos="100000">
                <a:srgbClr val="1D7546"/>
              </a:gs>
            </a:gsLst>
            <a:lin ang="10800000" scaled="0"/>
          </a:gradFill>
          <a:ln>
            <a:noFill/>
          </a:ln>
          <a:effectLst>
            <a:outerShdw blurRad="50800" dist="38100" dir="2700000" algn="tl" rotWithShape="0">
              <a:prstClr val="black">
                <a:alpha val="2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3" name="图片 2" descr="带字透明底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rcRect t="29740" b="22457"/>
          <a:stretch>
            <a:fillRect/>
          </a:stretch>
        </p:blipFill>
        <p:spPr>
          <a:xfrm>
            <a:off x="9144000" y="103505"/>
            <a:ext cx="3048000" cy="746125"/>
          </a:xfrm>
          <a:prstGeom prst="rect">
            <a:avLst/>
          </a:prstGeom>
        </p:spPr>
      </p:pic>
      <p:sp>
        <p:nvSpPr>
          <p:cNvPr id="11" name="文本框 10"/>
          <p:cNvSpPr txBox="1"/>
          <p:nvPr>
            <p:custDataLst>
              <p:tags r:id="rId4"/>
            </p:custDataLst>
          </p:nvPr>
        </p:nvSpPr>
        <p:spPr>
          <a:xfrm>
            <a:off x="324485" y="173990"/>
            <a:ext cx="5264785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800" spc="100" dirty="0">
                <a:solidFill>
                  <a:schemeClr val="bg1"/>
                </a:solidFill>
                <a:uFillTx/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2.</a:t>
            </a:r>
            <a:r>
              <a:rPr lang="zh-CN" altLang="en-US" sz="3800" spc="100" dirty="0">
                <a:solidFill>
                  <a:schemeClr val="bg1"/>
                </a:solidFill>
                <a:uFillTx/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问题解决流程</a:t>
            </a:r>
            <a:endParaRPr lang="zh-CN" altLang="en-US" sz="3800" spc="100" dirty="0">
              <a:solidFill>
                <a:schemeClr val="bg1"/>
              </a:solidFill>
              <a:uFillTx/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endParaRPr lang="zh-CN" altLang="en-US" sz="3800" spc="100" dirty="0">
              <a:solidFill>
                <a:schemeClr val="bg1"/>
              </a:solidFill>
              <a:uFillTx/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19" name="任意多边形: 形状 3"/>
          <p:cNvSpPr/>
          <p:nvPr/>
        </p:nvSpPr>
        <p:spPr>
          <a:xfrm>
            <a:off x="-497205" y="-2540"/>
            <a:ext cx="984250" cy="959485"/>
          </a:xfrm>
          <a:custGeom>
            <a:avLst/>
            <a:gdLst>
              <a:gd name="connsiteX0" fmla="*/ 365592 w 719551"/>
              <a:gd name="connsiteY0" fmla="*/ 49251 h 694328"/>
              <a:gd name="connsiteX1" fmla="*/ 383631 w 719551"/>
              <a:gd name="connsiteY1" fmla="*/ 88893 h 694328"/>
              <a:gd name="connsiteX2" fmla="*/ 371605 w 719551"/>
              <a:gd name="connsiteY2" fmla="*/ 228239 h 694328"/>
              <a:gd name="connsiteX3" fmla="*/ 364390 w 719551"/>
              <a:gd name="connsiteY3" fmla="*/ 245057 h 694328"/>
              <a:gd name="connsiteX4" fmla="*/ 333122 w 719551"/>
              <a:gd name="connsiteY4" fmla="*/ 103308 h 694328"/>
              <a:gd name="connsiteX5" fmla="*/ 365592 w 719551"/>
              <a:gd name="connsiteY5" fmla="*/ 49251 h 694328"/>
              <a:gd name="connsiteX6" fmla="*/ 359579 w 719551"/>
              <a:gd name="connsiteY6" fmla="*/ 0 h 694328"/>
              <a:gd name="connsiteX7" fmla="*/ 691893 w 719551"/>
              <a:gd name="connsiteY7" fmla="*/ 220450 h 694328"/>
              <a:gd name="connsiteX8" fmla="*/ 712525 w 719551"/>
              <a:gd name="connsiteY8" fmla="*/ 286472 h 694328"/>
              <a:gd name="connsiteX9" fmla="*/ 719551 w 719551"/>
              <a:gd name="connsiteY9" fmla="*/ 356173 h 694328"/>
              <a:gd name="connsiteX10" fmla="*/ 712152 w 719551"/>
              <a:gd name="connsiteY10" fmla="*/ 429569 h 694328"/>
              <a:gd name="connsiteX11" fmla="*/ 694106 w 719551"/>
              <a:gd name="connsiteY11" fmla="*/ 487706 h 694328"/>
              <a:gd name="connsiteX12" fmla="*/ 671448 w 719551"/>
              <a:gd name="connsiteY12" fmla="*/ 533826 h 694328"/>
              <a:gd name="connsiteX13" fmla="*/ 657355 w 719551"/>
              <a:gd name="connsiteY13" fmla="*/ 559790 h 694328"/>
              <a:gd name="connsiteX14" fmla="*/ 634026 w 719551"/>
              <a:gd name="connsiteY14" fmla="*/ 588066 h 694328"/>
              <a:gd name="connsiteX15" fmla="*/ 601635 w 719551"/>
              <a:gd name="connsiteY15" fmla="*/ 622971 h 694328"/>
              <a:gd name="connsiteX16" fmla="*/ 567891 w 719551"/>
              <a:gd name="connsiteY16" fmla="*/ 650812 h 694328"/>
              <a:gd name="connsiteX17" fmla="*/ 515863 w 719551"/>
              <a:gd name="connsiteY17" fmla="*/ 681565 h 694328"/>
              <a:gd name="connsiteX18" fmla="*/ 497126 w 719551"/>
              <a:gd name="connsiteY18" fmla="*/ 691735 h 694328"/>
              <a:gd name="connsiteX19" fmla="*/ 491302 w 719551"/>
              <a:gd name="connsiteY19" fmla="*/ 693543 h 694328"/>
              <a:gd name="connsiteX20" fmla="*/ 482245 w 719551"/>
              <a:gd name="connsiteY20" fmla="*/ 689523 h 694328"/>
              <a:gd name="connsiteX21" fmla="*/ 364390 w 719551"/>
              <a:gd name="connsiteY21" fmla="*/ 609038 h 694328"/>
              <a:gd name="connsiteX22" fmla="*/ 361985 w 719551"/>
              <a:gd name="connsiteY22" fmla="*/ 601831 h 694328"/>
              <a:gd name="connsiteX23" fmla="*/ 424520 w 719551"/>
              <a:gd name="connsiteY23" fmla="*/ 512938 h 694328"/>
              <a:gd name="connsiteX24" fmla="*/ 489461 w 719551"/>
              <a:gd name="connsiteY24" fmla="*/ 446868 h 694328"/>
              <a:gd name="connsiteX25" fmla="*/ 475029 w 719551"/>
              <a:gd name="connsiteY25" fmla="*/ 418038 h 694328"/>
              <a:gd name="connsiteX26" fmla="*/ 430533 w 719551"/>
              <a:gd name="connsiteY26" fmla="*/ 445667 h 694328"/>
              <a:gd name="connsiteX27" fmla="*/ 424520 w 719551"/>
              <a:gd name="connsiteY27" fmla="*/ 512938 h 694328"/>
              <a:gd name="connsiteX28" fmla="*/ 416102 w 719551"/>
              <a:gd name="connsiteY28" fmla="*/ 377195 h 694328"/>
              <a:gd name="connsiteX29" fmla="*/ 424520 w 719551"/>
              <a:gd name="connsiteY29" fmla="*/ 243855 h 694328"/>
              <a:gd name="connsiteX30" fmla="*/ 489461 w 719551"/>
              <a:gd name="connsiteY30" fmla="*/ 177786 h 694328"/>
              <a:gd name="connsiteX31" fmla="*/ 471422 w 719551"/>
              <a:gd name="connsiteY31" fmla="*/ 144151 h 694328"/>
              <a:gd name="connsiteX32" fmla="*/ 432938 w 719551"/>
              <a:gd name="connsiteY32" fmla="*/ 315931 h 694328"/>
              <a:gd name="connsiteX33" fmla="*/ 418507 w 719551"/>
              <a:gd name="connsiteY33" fmla="*/ 375994 h 694328"/>
              <a:gd name="connsiteX34" fmla="*/ 422115 w 719551"/>
              <a:gd name="connsiteY34" fmla="*/ 374793 h 694328"/>
              <a:gd name="connsiteX35" fmla="*/ 511108 w 719551"/>
              <a:gd name="connsiteY35" fmla="*/ 266679 h 694328"/>
              <a:gd name="connsiteX36" fmla="*/ 476232 w 719551"/>
              <a:gd name="connsiteY36" fmla="*/ 416837 h 694328"/>
              <a:gd name="connsiteX37" fmla="*/ 432938 w 719551"/>
              <a:gd name="connsiteY37" fmla="*/ 586214 h 694328"/>
              <a:gd name="connsiteX38" fmla="*/ 420912 w 719551"/>
              <a:gd name="connsiteY38" fmla="*/ 647479 h 694328"/>
              <a:gd name="connsiteX39" fmla="*/ 680675 w 719551"/>
              <a:gd name="connsiteY39" fmla="*/ 332749 h 694328"/>
              <a:gd name="connsiteX40" fmla="*/ 359579 w 719551"/>
              <a:gd name="connsiteY40" fmla="*/ 13214 h 694328"/>
              <a:gd name="connsiteX41" fmla="*/ 39686 w 719551"/>
              <a:gd name="connsiteY41" fmla="*/ 332749 h 694328"/>
              <a:gd name="connsiteX42" fmla="*/ 301854 w 719551"/>
              <a:gd name="connsiteY42" fmla="*/ 648680 h 694328"/>
              <a:gd name="connsiteX43" fmla="*/ 288626 w 719551"/>
              <a:gd name="connsiteY43" fmla="*/ 586214 h 694328"/>
              <a:gd name="connsiteX44" fmla="*/ 245332 w 719551"/>
              <a:gd name="connsiteY44" fmla="*/ 416837 h 694328"/>
              <a:gd name="connsiteX45" fmla="*/ 211659 w 719551"/>
              <a:gd name="connsiteY45" fmla="*/ 266679 h 694328"/>
              <a:gd name="connsiteX46" fmla="*/ 299449 w 719551"/>
              <a:gd name="connsiteY46" fmla="*/ 374793 h 694328"/>
              <a:gd name="connsiteX47" fmla="*/ 303057 w 719551"/>
              <a:gd name="connsiteY47" fmla="*/ 375994 h 694328"/>
              <a:gd name="connsiteX48" fmla="*/ 288626 w 719551"/>
              <a:gd name="connsiteY48" fmla="*/ 315931 h 694328"/>
              <a:gd name="connsiteX49" fmla="*/ 250142 w 719551"/>
              <a:gd name="connsiteY49" fmla="*/ 144151 h 694328"/>
              <a:gd name="connsiteX50" fmla="*/ 233306 w 719551"/>
              <a:gd name="connsiteY50" fmla="*/ 177786 h 694328"/>
              <a:gd name="connsiteX51" fmla="*/ 298246 w 719551"/>
              <a:gd name="connsiteY51" fmla="*/ 243855 h 694328"/>
              <a:gd name="connsiteX52" fmla="*/ 306665 w 719551"/>
              <a:gd name="connsiteY52" fmla="*/ 377195 h 694328"/>
              <a:gd name="connsiteX53" fmla="*/ 298246 w 719551"/>
              <a:gd name="connsiteY53" fmla="*/ 512938 h 694328"/>
              <a:gd name="connsiteX54" fmla="*/ 291031 w 719551"/>
              <a:gd name="connsiteY54" fmla="*/ 445667 h 694328"/>
              <a:gd name="connsiteX55" fmla="*/ 246534 w 719551"/>
              <a:gd name="connsiteY55" fmla="*/ 418038 h 694328"/>
              <a:gd name="connsiteX56" fmla="*/ 233306 w 719551"/>
              <a:gd name="connsiteY56" fmla="*/ 446868 h 694328"/>
              <a:gd name="connsiteX57" fmla="*/ 298246 w 719551"/>
              <a:gd name="connsiteY57" fmla="*/ 512938 h 694328"/>
              <a:gd name="connsiteX58" fmla="*/ 358377 w 719551"/>
              <a:gd name="connsiteY58" fmla="*/ 601831 h 694328"/>
              <a:gd name="connsiteX59" fmla="*/ 355972 w 719551"/>
              <a:gd name="connsiteY59" fmla="*/ 607837 h 694328"/>
              <a:gd name="connsiteX60" fmla="*/ 238116 w 719551"/>
              <a:gd name="connsiteY60" fmla="*/ 690724 h 694328"/>
              <a:gd name="connsiteX61" fmla="*/ 227293 w 719551"/>
              <a:gd name="connsiteY61" fmla="*/ 694328 h 694328"/>
              <a:gd name="connsiteX62" fmla="*/ 0 w 719551"/>
              <a:gd name="connsiteY62" fmla="*/ 360378 h 694328"/>
              <a:gd name="connsiteX63" fmla="*/ 359579 w 719551"/>
              <a:gd name="connsiteY63" fmla="*/ 0 h 6943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</a:cxnLst>
            <a:rect l="l" t="t" r="r" b="b"/>
            <a:pathLst>
              <a:path w="719551" h="694328">
                <a:moveTo>
                  <a:pt x="365592" y="49251"/>
                </a:moveTo>
                <a:cubicBezTo>
                  <a:pt x="365592" y="54056"/>
                  <a:pt x="383631" y="88893"/>
                  <a:pt x="383631" y="88893"/>
                </a:cubicBezTo>
                <a:cubicBezTo>
                  <a:pt x="426925" y="153761"/>
                  <a:pt x="372808" y="225837"/>
                  <a:pt x="371605" y="228239"/>
                </a:cubicBezTo>
                <a:cubicBezTo>
                  <a:pt x="369200" y="230642"/>
                  <a:pt x="364390" y="239050"/>
                  <a:pt x="364390" y="245057"/>
                </a:cubicBezTo>
                <a:cubicBezTo>
                  <a:pt x="300652" y="199409"/>
                  <a:pt x="318691" y="126132"/>
                  <a:pt x="333122" y="103308"/>
                </a:cubicBezTo>
                <a:cubicBezTo>
                  <a:pt x="348756" y="79283"/>
                  <a:pt x="365592" y="49251"/>
                  <a:pt x="365592" y="49251"/>
                </a:cubicBezTo>
                <a:close/>
                <a:moveTo>
                  <a:pt x="359579" y="0"/>
                </a:moveTo>
                <a:cubicBezTo>
                  <a:pt x="508402" y="0"/>
                  <a:pt x="636930" y="91220"/>
                  <a:pt x="691893" y="220450"/>
                </a:cubicBezTo>
                <a:lnTo>
                  <a:pt x="712525" y="286472"/>
                </a:lnTo>
                <a:lnTo>
                  <a:pt x="719551" y="356173"/>
                </a:lnTo>
                <a:cubicBezTo>
                  <a:pt x="719551" y="381315"/>
                  <a:pt x="717004" y="405861"/>
                  <a:pt x="712152" y="429569"/>
                </a:cubicBezTo>
                <a:lnTo>
                  <a:pt x="694106" y="487706"/>
                </a:lnTo>
                <a:lnTo>
                  <a:pt x="671448" y="533826"/>
                </a:lnTo>
                <a:lnTo>
                  <a:pt x="657355" y="559790"/>
                </a:lnTo>
                <a:lnTo>
                  <a:pt x="634026" y="588066"/>
                </a:lnTo>
                <a:lnTo>
                  <a:pt x="601635" y="622971"/>
                </a:lnTo>
                <a:lnTo>
                  <a:pt x="567891" y="650812"/>
                </a:lnTo>
                <a:lnTo>
                  <a:pt x="515863" y="681565"/>
                </a:lnTo>
                <a:lnTo>
                  <a:pt x="497126" y="691735"/>
                </a:lnTo>
                <a:lnTo>
                  <a:pt x="491302" y="693543"/>
                </a:lnTo>
                <a:lnTo>
                  <a:pt x="482245" y="689523"/>
                </a:lnTo>
                <a:cubicBezTo>
                  <a:pt x="430533" y="667900"/>
                  <a:pt x="378821" y="641472"/>
                  <a:pt x="364390" y="609038"/>
                </a:cubicBezTo>
                <a:cubicBezTo>
                  <a:pt x="363187" y="605435"/>
                  <a:pt x="361985" y="604233"/>
                  <a:pt x="361985" y="601831"/>
                </a:cubicBezTo>
                <a:cubicBezTo>
                  <a:pt x="353566" y="574202"/>
                  <a:pt x="375213" y="539365"/>
                  <a:pt x="424520" y="512938"/>
                </a:cubicBezTo>
                <a:cubicBezTo>
                  <a:pt x="466611" y="491315"/>
                  <a:pt x="493069" y="464887"/>
                  <a:pt x="489461" y="446868"/>
                </a:cubicBezTo>
                <a:cubicBezTo>
                  <a:pt x="485853" y="432453"/>
                  <a:pt x="479840" y="422843"/>
                  <a:pt x="475029" y="418038"/>
                </a:cubicBezTo>
                <a:cubicBezTo>
                  <a:pt x="463003" y="428849"/>
                  <a:pt x="448572" y="438460"/>
                  <a:pt x="430533" y="445667"/>
                </a:cubicBezTo>
                <a:cubicBezTo>
                  <a:pt x="384834" y="470894"/>
                  <a:pt x="424520" y="512938"/>
                  <a:pt x="424520" y="512938"/>
                </a:cubicBezTo>
                <a:cubicBezTo>
                  <a:pt x="396860" y="509334"/>
                  <a:pt x="328312" y="428849"/>
                  <a:pt x="416102" y="377195"/>
                </a:cubicBezTo>
                <a:cubicBezTo>
                  <a:pt x="386037" y="366384"/>
                  <a:pt x="335527" y="290705"/>
                  <a:pt x="424520" y="243855"/>
                </a:cubicBezTo>
                <a:cubicBezTo>
                  <a:pt x="466611" y="221032"/>
                  <a:pt x="493069" y="195805"/>
                  <a:pt x="489461" y="177786"/>
                </a:cubicBezTo>
                <a:cubicBezTo>
                  <a:pt x="484650" y="156164"/>
                  <a:pt x="471422" y="144151"/>
                  <a:pt x="471422" y="144151"/>
                </a:cubicBezTo>
                <a:cubicBezTo>
                  <a:pt x="501487" y="164572"/>
                  <a:pt x="592885" y="222233"/>
                  <a:pt x="432938" y="315931"/>
                </a:cubicBezTo>
                <a:cubicBezTo>
                  <a:pt x="394455" y="337554"/>
                  <a:pt x="411291" y="367585"/>
                  <a:pt x="418507" y="375994"/>
                </a:cubicBezTo>
                <a:cubicBezTo>
                  <a:pt x="419710" y="375994"/>
                  <a:pt x="420912" y="374793"/>
                  <a:pt x="422115" y="374793"/>
                </a:cubicBezTo>
                <a:cubicBezTo>
                  <a:pt x="518323" y="323139"/>
                  <a:pt x="511108" y="266679"/>
                  <a:pt x="511108" y="266679"/>
                </a:cubicBezTo>
                <a:cubicBezTo>
                  <a:pt x="529147" y="287101"/>
                  <a:pt x="531552" y="365183"/>
                  <a:pt x="476232" y="416837"/>
                </a:cubicBezTo>
                <a:cubicBezTo>
                  <a:pt x="509905" y="439661"/>
                  <a:pt x="584467" y="496120"/>
                  <a:pt x="432938" y="586214"/>
                </a:cubicBezTo>
                <a:cubicBezTo>
                  <a:pt x="388442" y="610240"/>
                  <a:pt x="418507" y="646277"/>
                  <a:pt x="420912" y="647479"/>
                </a:cubicBezTo>
                <a:cubicBezTo>
                  <a:pt x="568833" y="619850"/>
                  <a:pt x="680675" y="488912"/>
                  <a:pt x="680675" y="332749"/>
                </a:cubicBezTo>
                <a:cubicBezTo>
                  <a:pt x="680675" y="157365"/>
                  <a:pt x="536362" y="13214"/>
                  <a:pt x="359579" y="13214"/>
                </a:cubicBezTo>
                <a:cubicBezTo>
                  <a:pt x="182796" y="13214"/>
                  <a:pt x="39686" y="157365"/>
                  <a:pt x="39686" y="332749"/>
                </a:cubicBezTo>
                <a:cubicBezTo>
                  <a:pt x="39686" y="490114"/>
                  <a:pt x="152731" y="621051"/>
                  <a:pt x="301854" y="648680"/>
                </a:cubicBezTo>
                <a:cubicBezTo>
                  <a:pt x="301854" y="648680"/>
                  <a:pt x="334325" y="610240"/>
                  <a:pt x="288626" y="586214"/>
                </a:cubicBezTo>
                <a:cubicBezTo>
                  <a:pt x="137097" y="496120"/>
                  <a:pt x="212861" y="439661"/>
                  <a:pt x="245332" y="416837"/>
                </a:cubicBezTo>
                <a:cubicBezTo>
                  <a:pt x="190012" y="365183"/>
                  <a:pt x="193620" y="287101"/>
                  <a:pt x="211659" y="266679"/>
                </a:cubicBezTo>
                <a:cubicBezTo>
                  <a:pt x="211659" y="266679"/>
                  <a:pt x="204443" y="323139"/>
                  <a:pt x="299449" y="374793"/>
                </a:cubicBezTo>
                <a:cubicBezTo>
                  <a:pt x="300652" y="374793"/>
                  <a:pt x="301854" y="375994"/>
                  <a:pt x="303057" y="375994"/>
                </a:cubicBezTo>
                <a:cubicBezTo>
                  <a:pt x="310273" y="367585"/>
                  <a:pt x="327109" y="337554"/>
                  <a:pt x="288626" y="315931"/>
                </a:cubicBezTo>
                <a:cubicBezTo>
                  <a:pt x="128679" y="222233"/>
                  <a:pt x="220077" y="164572"/>
                  <a:pt x="250142" y="144151"/>
                </a:cubicBezTo>
                <a:cubicBezTo>
                  <a:pt x="250142" y="144151"/>
                  <a:pt x="238116" y="156164"/>
                  <a:pt x="233306" y="177786"/>
                </a:cubicBezTo>
                <a:cubicBezTo>
                  <a:pt x="228495" y="195805"/>
                  <a:pt x="254953" y="221032"/>
                  <a:pt x="298246" y="243855"/>
                </a:cubicBezTo>
                <a:cubicBezTo>
                  <a:pt x="386037" y="290705"/>
                  <a:pt x="335527" y="366384"/>
                  <a:pt x="306665" y="377195"/>
                </a:cubicBezTo>
                <a:cubicBezTo>
                  <a:pt x="393252" y="428849"/>
                  <a:pt x="325906" y="509334"/>
                  <a:pt x="298246" y="512938"/>
                </a:cubicBezTo>
                <a:cubicBezTo>
                  <a:pt x="298246" y="512938"/>
                  <a:pt x="336730" y="470894"/>
                  <a:pt x="291031" y="445667"/>
                </a:cubicBezTo>
                <a:cubicBezTo>
                  <a:pt x="272992" y="438460"/>
                  <a:pt x="258561" y="428849"/>
                  <a:pt x="246534" y="418038"/>
                </a:cubicBezTo>
                <a:cubicBezTo>
                  <a:pt x="242927" y="422843"/>
                  <a:pt x="235711" y="432453"/>
                  <a:pt x="233306" y="446868"/>
                </a:cubicBezTo>
                <a:cubicBezTo>
                  <a:pt x="228495" y="464887"/>
                  <a:pt x="254953" y="491315"/>
                  <a:pt x="298246" y="512938"/>
                </a:cubicBezTo>
                <a:cubicBezTo>
                  <a:pt x="346351" y="539365"/>
                  <a:pt x="366795" y="574202"/>
                  <a:pt x="358377" y="601831"/>
                </a:cubicBezTo>
                <a:cubicBezTo>
                  <a:pt x="357174" y="604233"/>
                  <a:pt x="357174" y="605435"/>
                  <a:pt x="355972" y="607837"/>
                </a:cubicBezTo>
                <a:cubicBezTo>
                  <a:pt x="341540" y="641472"/>
                  <a:pt x="291031" y="667900"/>
                  <a:pt x="238116" y="690724"/>
                </a:cubicBezTo>
                <a:cubicBezTo>
                  <a:pt x="234508" y="691925"/>
                  <a:pt x="230901" y="693127"/>
                  <a:pt x="227293" y="694328"/>
                </a:cubicBezTo>
                <a:cubicBezTo>
                  <a:pt x="93804" y="641472"/>
                  <a:pt x="0" y="511736"/>
                  <a:pt x="0" y="360378"/>
                </a:cubicBezTo>
                <a:cubicBezTo>
                  <a:pt x="0" y="162170"/>
                  <a:pt x="161149" y="0"/>
                  <a:pt x="359579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4">
                  <a:lumMod val="50000"/>
                </a:schemeClr>
              </a:gs>
              <a:gs pos="42000">
                <a:srgbClr val="FFC000"/>
              </a:gs>
              <a:gs pos="74000">
                <a:schemeClr val="accent4">
                  <a:lumMod val="50000"/>
                </a:schemeClr>
              </a:gs>
              <a:gs pos="93000">
                <a:schemeClr val="accent4">
                  <a:lumMod val="75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6" name="直接连接符 5"/>
          <p:cNvCxnSpPr/>
          <p:nvPr/>
        </p:nvCxnSpPr>
        <p:spPr>
          <a:xfrm>
            <a:off x="966047" y="1517263"/>
            <a:ext cx="3083439" cy="0"/>
          </a:xfrm>
          <a:prstGeom prst="line">
            <a:avLst/>
          </a:prstGeom>
          <a:ln w="31750">
            <a:gradFill>
              <a:gsLst>
                <a:gs pos="0">
                  <a:schemeClr val="accent1">
                    <a:hueOff val="-4200000"/>
                  </a:schemeClr>
                </a:gs>
                <a:gs pos="100000">
                  <a:schemeClr val="accent1"/>
                </a:gs>
              </a:gsLst>
            </a:gra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8" name="文本框 7"/>
          <p:cNvSpPr txBox="1"/>
          <p:nvPr/>
        </p:nvSpPr>
        <p:spPr>
          <a:xfrm>
            <a:off x="871219" y="962025"/>
            <a:ext cx="3281395" cy="56451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just" defTabSz="26670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800" dirty="0">
                <a:solidFill>
                  <a:srgbClr val="0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发送</a:t>
            </a:r>
            <a:r>
              <a:rPr lang="en-US" altLang="zh-CN" sz="2800" dirty="0">
                <a:solidFill>
                  <a:srgbClr val="0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HTTP</a:t>
            </a:r>
            <a:r>
              <a:rPr lang="zh-CN" altLang="en-US" sz="2800" dirty="0">
                <a:solidFill>
                  <a:srgbClr val="0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响应消息</a:t>
            </a:r>
            <a:endParaRPr lang="zh-CN" altLang="en-US" sz="2800" dirty="0">
              <a:solidFill>
                <a:srgbClr val="000000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+mn-ea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7095193" y="2452642"/>
            <a:ext cx="4778256" cy="304698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just" defTabSz="266700">
              <a:spcBef>
                <a:spcPct val="0"/>
              </a:spcBef>
              <a:spcAft>
                <a:spcPct val="0"/>
              </a:spcAft>
            </a:pPr>
            <a:r>
              <a:rPr lang="en-US" altLang="zh-CN" sz="2400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		</a:t>
            </a:r>
            <a:r>
              <a:rPr lang="zh-CN" altLang="en-US" sz="2400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通过</a:t>
            </a:r>
            <a:r>
              <a:rPr lang="en-US" altLang="zh-CN" sz="2400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HTTP</a:t>
            </a:r>
            <a:r>
              <a:rPr lang="zh-CN" altLang="en-US" sz="2400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请求消息中的路径的解析结果，打开对应的文件，获取文件大小与文件类型，用于状态行和响应头部的发送。接着分块发送文件内容，使用</a:t>
            </a:r>
            <a:r>
              <a:rPr lang="en-US" altLang="zh-CN" sz="2400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read</a:t>
            </a:r>
            <a:r>
              <a:rPr lang="zh-CN" altLang="en-US" sz="2400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函数从文件中多次读取指定字符的内容，使用</a:t>
            </a:r>
            <a:r>
              <a:rPr lang="en-US" altLang="zh-CN" sz="2400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send</a:t>
            </a:r>
            <a:r>
              <a:rPr lang="zh-CN" altLang="en-US" sz="2400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函数发送给客户端，直到文件的内容被读取完成。</a:t>
            </a:r>
            <a:endParaRPr lang="zh-CN" altLang="en-US" sz="2400" dirty="0">
              <a:solidFill>
                <a:srgbClr val="000000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+mn-ea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8540" y="1857417"/>
            <a:ext cx="6138203" cy="4237438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1807915" y="6094855"/>
            <a:ext cx="367135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latin typeface="华文中宋" panose="02010600040101010101" charset="-122"/>
                <a:ea typeface="华文中宋" panose="02010600040101010101" charset="-122"/>
              </a:rPr>
              <a:t>发送文件</a:t>
            </a:r>
            <a:r>
              <a:rPr lang="zh-CN" altLang="en-US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的实现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>
        <p159:morph option="byObject"/>
      </p:transition>
    </mc:Choice>
    <mc:Fallback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对角圆角矩形 1"/>
          <p:cNvSpPr/>
          <p:nvPr>
            <p:custDataLst>
              <p:tags r:id="rId1"/>
            </p:custDataLst>
          </p:nvPr>
        </p:nvSpPr>
        <p:spPr>
          <a:xfrm>
            <a:off x="-397323" y="292"/>
            <a:ext cx="13160188" cy="956889"/>
          </a:xfrm>
          <a:prstGeom prst="round2DiagRect">
            <a:avLst>
              <a:gd name="adj1" fmla="val 50000"/>
              <a:gd name="adj2" fmla="val 0"/>
            </a:avLst>
          </a:prstGeom>
          <a:gradFill>
            <a:gsLst>
              <a:gs pos="0">
                <a:srgbClr val="5D9D72">
                  <a:alpha val="100000"/>
                </a:srgbClr>
              </a:gs>
              <a:gs pos="49000">
                <a:srgbClr val="6EA844"/>
              </a:gs>
              <a:gs pos="100000">
                <a:srgbClr val="1D7546"/>
              </a:gs>
            </a:gsLst>
            <a:lin ang="10800000" scaled="0"/>
          </a:gradFill>
          <a:ln>
            <a:noFill/>
          </a:ln>
          <a:effectLst>
            <a:outerShdw blurRad="50800" dist="38100" dir="2700000" algn="tl" rotWithShape="0">
              <a:prstClr val="black">
                <a:alpha val="2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3" name="图片 2" descr="带字透明底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rcRect t="29740" b="22457"/>
          <a:stretch>
            <a:fillRect/>
          </a:stretch>
        </p:blipFill>
        <p:spPr>
          <a:xfrm>
            <a:off x="9144000" y="103505"/>
            <a:ext cx="3048000" cy="746125"/>
          </a:xfrm>
          <a:prstGeom prst="rect">
            <a:avLst/>
          </a:prstGeom>
        </p:spPr>
      </p:pic>
      <p:sp>
        <p:nvSpPr>
          <p:cNvPr id="11" name="文本框 10"/>
          <p:cNvSpPr txBox="1"/>
          <p:nvPr>
            <p:custDataLst>
              <p:tags r:id="rId4"/>
            </p:custDataLst>
          </p:nvPr>
        </p:nvSpPr>
        <p:spPr>
          <a:xfrm>
            <a:off x="324485" y="173990"/>
            <a:ext cx="5264785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800" spc="100" dirty="0">
                <a:solidFill>
                  <a:schemeClr val="bg1"/>
                </a:solidFill>
                <a:uFillTx/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2.</a:t>
            </a:r>
            <a:r>
              <a:rPr lang="zh-CN" altLang="en-US" sz="3800" spc="100" dirty="0">
                <a:solidFill>
                  <a:schemeClr val="bg1"/>
                </a:solidFill>
                <a:uFillTx/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问题解决流程</a:t>
            </a:r>
            <a:endParaRPr lang="zh-CN" altLang="en-US" sz="3800" spc="100" dirty="0">
              <a:solidFill>
                <a:schemeClr val="bg1"/>
              </a:solidFill>
              <a:uFillTx/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endParaRPr lang="zh-CN" altLang="en-US" sz="3800" spc="100" dirty="0">
              <a:solidFill>
                <a:schemeClr val="bg1"/>
              </a:solidFill>
              <a:uFillTx/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19" name="任意多边形: 形状 3"/>
          <p:cNvSpPr/>
          <p:nvPr/>
        </p:nvSpPr>
        <p:spPr>
          <a:xfrm>
            <a:off x="-497205" y="-2540"/>
            <a:ext cx="984250" cy="959485"/>
          </a:xfrm>
          <a:custGeom>
            <a:avLst/>
            <a:gdLst>
              <a:gd name="connsiteX0" fmla="*/ 365592 w 719551"/>
              <a:gd name="connsiteY0" fmla="*/ 49251 h 694328"/>
              <a:gd name="connsiteX1" fmla="*/ 383631 w 719551"/>
              <a:gd name="connsiteY1" fmla="*/ 88893 h 694328"/>
              <a:gd name="connsiteX2" fmla="*/ 371605 w 719551"/>
              <a:gd name="connsiteY2" fmla="*/ 228239 h 694328"/>
              <a:gd name="connsiteX3" fmla="*/ 364390 w 719551"/>
              <a:gd name="connsiteY3" fmla="*/ 245057 h 694328"/>
              <a:gd name="connsiteX4" fmla="*/ 333122 w 719551"/>
              <a:gd name="connsiteY4" fmla="*/ 103308 h 694328"/>
              <a:gd name="connsiteX5" fmla="*/ 365592 w 719551"/>
              <a:gd name="connsiteY5" fmla="*/ 49251 h 694328"/>
              <a:gd name="connsiteX6" fmla="*/ 359579 w 719551"/>
              <a:gd name="connsiteY6" fmla="*/ 0 h 694328"/>
              <a:gd name="connsiteX7" fmla="*/ 691893 w 719551"/>
              <a:gd name="connsiteY7" fmla="*/ 220450 h 694328"/>
              <a:gd name="connsiteX8" fmla="*/ 712525 w 719551"/>
              <a:gd name="connsiteY8" fmla="*/ 286472 h 694328"/>
              <a:gd name="connsiteX9" fmla="*/ 719551 w 719551"/>
              <a:gd name="connsiteY9" fmla="*/ 356173 h 694328"/>
              <a:gd name="connsiteX10" fmla="*/ 712152 w 719551"/>
              <a:gd name="connsiteY10" fmla="*/ 429569 h 694328"/>
              <a:gd name="connsiteX11" fmla="*/ 694106 w 719551"/>
              <a:gd name="connsiteY11" fmla="*/ 487706 h 694328"/>
              <a:gd name="connsiteX12" fmla="*/ 671448 w 719551"/>
              <a:gd name="connsiteY12" fmla="*/ 533826 h 694328"/>
              <a:gd name="connsiteX13" fmla="*/ 657355 w 719551"/>
              <a:gd name="connsiteY13" fmla="*/ 559790 h 694328"/>
              <a:gd name="connsiteX14" fmla="*/ 634026 w 719551"/>
              <a:gd name="connsiteY14" fmla="*/ 588066 h 694328"/>
              <a:gd name="connsiteX15" fmla="*/ 601635 w 719551"/>
              <a:gd name="connsiteY15" fmla="*/ 622971 h 694328"/>
              <a:gd name="connsiteX16" fmla="*/ 567891 w 719551"/>
              <a:gd name="connsiteY16" fmla="*/ 650812 h 694328"/>
              <a:gd name="connsiteX17" fmla="*/ 515863 w 719551"/>
              <a:gd name="connsiteY17" fmla="*/ 681565 h 694328"/>
              <a:gd name="connsiteX18" fmla="*/ 497126 w 719551"/>
              <a:gd name="connsiteY18" fmla="*/ 691735 h 694328"/>
              <a:gd name="connsiteX19" fmla="*/ 491302 w 719551"/>
              <a:gd name="connsiteY19" fmla="*/ 693543 h 694328"/>
              <a:gd name="connsiteX20" fmla="*/ 482245 w 719551"/>
              <a:gd name="connsiteY20" fmla="*/ 689523 h 694328"/>
              <a:gd name="connsiteX21" fmla="*/ 364390 w 719551"/>
              <a:gd name="connsiteY21" fmla="*/ 609038 h 694328"/>
              <a:gd name="connsiteX22" fmla="*/ 361985 w 719551"/>
              <a:gd name="connsiteY22" fmla="*/ 601831 h 694328"/>
              <a:gd name="connsiteX23" fmla="*/ 424520 w 719551"/>
              <a:gd name="connsiteY23" fmla="*/ 512938 h 694328"/>
              <a:gd name="connsiteX24" fmla="*/ 489461 w 719551"/>
              <a:gd name="connsiteY24" fmla="*/ 446868 h 694328"/>
              <a:gd name="connsiteX25" fmla="*/ 475029 w 719551"/>
              <a:gd name="connsiteY25" fmla="*/ 418038 h 694328"/>
              <a:gd name="connsiteX26" fmla="*/ 430533 w 719551"/>
              <a:gd name="connsiteY26" fmla="*/ 445667 h 694328"/>
              <a:gd name="connsiteX27" fmla="*/ 424520 w 719551"/>
              <a:gd name="connsiteY27" fmla="*/ 512938 h 694328"/>
              <a:gd name="connsiteX28" fmla="*/ 416102 w 719551"/>
              <a:gd name="connsiteY28" fmla="*/ 377195 h 694328"/>
              <a:gd name="connsiteX29" fmla="*/ 424520 w 719551"/>
              <a:gd name="connsiteY29" fmla="*/ 243855 h 694328"/>
              <a:gd name="connsiteX30" fmla="*/ 489461 w 719551"/>
              <a:gd name="connsiteY30" fmla="*/ 177786 h 694328"/>
              <a:gd name="connsiteX31" fmla="*/ 471422 w 719551"/>
              <a:gd name="connsiteY31" fmla="*/ 144151 h 694328"/>
              <a:gd name="connsiteX32" fmla="*/ 432938 w 719551"/>
              <a:gd name="connsiteY32" fmla="*/ 315931 h 694328"/>
              <a:gd name="connsiteX33" fmla="*/ 418507 w 719551"/>
              <a:gd name="connsiteY33" fmla="*/ 375994 h 694328"/>
              <a:gd name="connsiteX34" fmla="*/ 422115 w 719551"/>
              <a:gd name="connsiteY34" fmla="*/ 374793 h 694328"/>
              <a:gd name="connsiteX35" fmla="*/ 511108 w 719551"/>
              <a:gd name="connsiteY35" fmla="*/ 266679 h 694328"/>
              <a:gd name="connsiteX36" fmla="*/ 476232 w 719551"/>
              <a:gd name="connsiteY36" fmla="*/ 416837 h 694328"/>
              <a:gd name="connsiteX37" fmla="*/ 432938 w 719551"/>
              <a:gd name="connsiteY37" fmla="*/ 586214 h 694328"/>
              <a:gd name="connsiteX38" fmla="*/ 420912 w 719551"/>
              <a:gd name="connsiteY38" fmla="*/ 647479 h 694328"/>
              <a:gd name="connsiteX39" fmla="*/ 680675 w 719551"/>
              <a:gd name="connsiteY39" fmla="*/ 332749 h 694328"/>
              <a:gd name="connsiteX40" fmla="*/ 359579 w 719551"/>
              <a:gd name="connsiteY40" fmla="*/ 13214 h 694328"/>
              <a:gd name="connsiteX41" fmla="*/ 39686 w 719551"/>
              <a:gd name="connsiteY41" fmla="*/ 332749 h 694328"/>
              <a:gd name="connsiteX42" fmla="*/ 301854 w 719551"/>
              <a:gd name="connsiteY42" fmla="*/ 648680 h 694328"/>
              <a:gd name="connsiteX43" fmla="*/ 288626 w 719551"/>
              <a:gd name="connsiteY43" fmla="*/ 586214 h 694328"/>
              <a:gd name="connsiteX44" fmla="*/ 245332 w 719551"/>
              <a:gd name="connsiteY44" fmla="*/ 416837 h 694328"/>
              <a:gd name="connsiteX45" fmla="*/ 211659 w 719551"/>
              <a:gd name="connsiteY45" fmla="*/ 266679 h 694328"/>
              <a:gd name="connsiteX46" fmla="*/ 299449 w 719551"/>
              <a:gd name="connsiteY46" fmla="*/ 374793 h 694328"/>
              <a:gd name="connsiteX47" fmla="*/ 303057 w 719551"/>
              <a:gd name="connsiteY47" fmla="*/ 375994 h 694328"/>
              <a:gd name="connsiteX48" fmla="*/ 288626 w 719551"/>
              <a:gd name="connsiteY48" fmla="*/ 315931 h 694328"/>
              <a:gd name="connsiteX49" fmla="*/ 250142 w 719551"/>
              <a:gd name="connsiteY49" fmla="*/ 144151 h 694328"/>
              <a:gd name="connsiteX50" fmla="*/ 233306 w 719551"/>
              <a:gd name="connsiteY50" fmla="*/ 177786 h 694328"/>
              <a:gd name="connsiteX51" fmla="*/ 298246 w 719551"/>
              <a:gd name="connsiteY51" fmla="*/ 243855 h 694328"/>
              <a:gd name="connsiteX52" fmla="*/ 306665 w 719551"/>
              <a:gd name="connsiteY52" fmla="*/ 377195 h 694328"/>
              <a:gd name="connsiteX53" fmla="*/ 298246 w 719551"/>
              <a:gd name="connsiteY53" fmla="*/ 512938 h 694328"/>
              <a:gd name="connsiteX54" fmla="*/ 291031 w 719551"/>
              <a:gd name="connsiteY54" fmla="*/ 445667 h 694328"/>
              <a:gd name="connsiteX55" fmla="*/ 246534 w 719551"/>
              <a:gd name="connsiteY55" fmla="*/ 418038 h 694328"/>
              <a:gd name="connsiteX56" fmla="*/ 233306 w 719551"/>
              <a:gd name="connsiteY56" fmla="*/ 446868 h 694328"/>
              <a:gd name="connsiteX57" fmla="*/ 298246 w 719551"/>
              <a:gd name="connsiteY57" fmla="*/ 512938 h 694328"/>
              <a:gd name="connsiteX58" fmla="*/ 358377 w 719551"/>
              <a:gd name="connsiteY58" fmla="*/ 601831 h 694328"/>
              <a:gd name="connsiteX59" fmla="*/ 355972 w 719551"/>
              <a:gd name="connsiteY59" fmla="*/ 607837 h 694328"/>
              <a:gd name="connsiteX60" fmla="*/ 238116 w 719551"/>
              <a:gd name="connsiteY60" fmla="*/ 690724 h 694328"/>
              <a:gd name="connsiteX61" fmla="*/ 227293 w 719551"/>
              <a:gd name="connsiteY61" fmla="*/ 694328 h 694328"/>
              <a:gd name="connsiteX62" fmla="*/ 0 w 719551"/>
              <a:gd name="connsiteY62" fmla="*/ 360378 h 694328"/>
              <a:gd name="connsiteX63" fmla="*/ 359579 w 719551"/>
              <a:gd name="connsiteY63" fmla="*/ 0 h 6943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</a:cxnLst>
            <a:rect l="l" t="t" r="r" b="b"/>
            <a:pathLst>
              <a:path w="719551" h="694328">
                <a:moveTo>
                  <a:pt x="365592" y="49251"/>
                </a:moveTo>
                <a:cubicBezTo>
                  <a:pt x="365592" y="54056"/>
                  <a:pt x="383631" y="88893"/>
                  <a:pt x="383631" y="88893"/>
                </a:cubicBezTo>
                <a:cubicBezTo>
                  <a:pt x="426925" y="153761"/>
                  <a:pt x="372808" y="225837"/>
                  <a:pt x="371605" y="228239"/>
                </a:cubicBezTo>
                <a:cubicBezTo>
                  <a:pt x="369200" y="230642"/>
                  <a:pt x="364390" y="239050"/>
                  <a:pt x="364390" y="245057"/>
                </a:cubicBezTo>
                <a:cubicBezTo>
                  <a:pt x="300652" y="199409"/>
                  <a:pt x="318691" y="126132"/>
                  <a:pt x="333122" y="103308"/>
                </a:cubicBezTo>
                <a:cubicBezTo>
                  <a:pt x="348756" y="79283"/>
                  <a:pt x="365592" y="49251"/>
                  <a:pt x="365592" y="49251"/>
                </a:cubicBezTo>
                <a:close/>
                <a:moveTo>
                  <a:pt x="359579" y="0"/>
                </a:moveTo>
                <a:cubicBezTo>
                  <a:pt x="508402" y="0"/>
                  <a:pt x="636930" y="91220"/>
                  <a:pt x="691893" y="220450"/>
                </a:cubicBezTo>
                <a:lnTo>
                  <a:pt x="712525" y="286472"/>
                </a:lnTo>
                <a:lnTo>
                  <a:pt x="719551" y="356173"/>
                </a:lnTo>
                <a:cubicBezTo>
                  <a:pt x="719551" y="381315"/>
                  <a:pt x="717004" y="405861"/>
                  <a:pt x="712152" y="429569"/>
                </a:cubicBezTo>
                <a:lnTo>
                  <a:pt x="694106" y="487706"/>
                </a:lnTo>
                <a:lnTo>
                  <a:pt x="671448" y="533826"/>
                </a:lnTo>
                <a:lnTo>
                  <a:pt x="657355" y="559790"/>
                </a:lnTo>
                <a:lnTo>
                  <a:pt x="634026" y="588066"/>
                </a:lnTo>
                <a:lnTo>
                  <a:pt x="601635" y="622971"/>
                </a:lnTo>
                <a:lnTo>
                  <a:pt x="567891" y="650812"/>
                </a:lnTo>
                <a:lnTo>
                  <a:pt x="515863" y="681565"/>
                </a:lnTo>
                <a:lnTo>
                  <a:pt x="497126" y="691735"/>
                </a:lnTo>
                <a:lnTo>
                  <a:pt x="491302" y="693543"/>
                </a:lnTo>
                <a:lnTo>
                  <a:pt x="482245" y="689523"/>
                </a:lnTo>
                <a:cubicBezTo>
                  <a:pt x="430533" y="667900"/>
                  <a:pt x="378821" y="641472"/>
                  <a:pt x="364390" y="609038"/>
                </a:cubicBezTo>
                <a:cubicBezTo>
                  <a:pt x="363187" y="605435"/>
                  <a:pt x="361985" y="604233"/>
                  <a:pt x="361985" y="601831"/>
                </a:cubicBezTo>
                <a:cubicBezTo>
                  <a:pt x="353566" y="574202"/>
                  <a:pt x="375213" y="539365"/>
                  <a:pt x="424520" y="512938"/>
                </a:cubicBezTo>
                <a:cubicBezTo>
                  <a:pt x="466611" y="491315"/>
                  <a:pt x="493069" y="464887"/>
                  <a:pt x="489461" y="446868"/>
                </a:cubicBezTo>
                <a:cubicBezTo>
                  <a:pt x="485853" y="432453"/>
                  <a:pt x="479840" y="422843"/>
                  <a:pt x="475029" y="418038"/>
                </a:cubicBezTo>
                <a:cubicBezTo>
                  <a:pt x="463003" y="428849"/>
                  <a:pt x="448572" y="438460"/>
                  <a:pt x="430533" y="445667"/>
                </a:cubicBezTo>
                <a:cubicBezTo>
                  <a:pt x="384834" y="470894"/>
                  <a:pt x="424520" y="512938"/>
                  <a:pt x="424520" y="512938"/>
                </a:cubicBezTo>
                <a:cubicBezTo>
                  <a:pt x="396860" y="509334"/>
                  <a:pt x="328312" y="428849"/>
                  <a:pt x="416102" y="377195"/>
                </a:cubicBezTo>
                <a:cubicBezTo>
                  <a:pt x="386037" y="366384"/>
                  <a:pt x="335527" y="290705"/>
                  <a:pt x="424520" y="243855"/>
                </a:cubicBezTo>
                <a:cubicBezTo>
                  <a:pt x="466611" y="221032"/>
                  <a:pt x="493069" y="195805"/>
                  <a:pt x="489461" y="177786"/>
                </a:cubicBezTo>
                <a:cubicBezTo>
                  <a:pt x="484650" y="156164"/>
                  <a:pt x="471422" y="144151"/>
                  <a:pt x="471422" y="144151"/>
                </a:cubicBezTo>
                <a:cubicBezTo>
                  <a:pt x="501487" y="164572"/>
                  <a:pt x="592885" y="222233"/>
                  <a:pt x="432938" y="315931"/>
                </a:cubicBezTo>
                <a:cubicBezTo>
                  <a:pt x="394455" y="337554"/>
                  <a:pt x="411291" y="367585"/>
                  <a:pt x="418507" y="375994"/>
                </a:cubicBezTo>
                <a:cubicBezTo>
                  <a:pt x="419710" y="375994"/>
                  <a:pt x="420912" y="374793"/>
                  <a:pt x="422115" y="374793"/>
                </a:cubicBezTo>
                <a:cubicBezTo>
                  <a:pt x="518323" y="323139"/>
                  <a:pt x="511108" y="266679"/>
                  <a:pt x="511108" y="266679"/>
                </a:cubicBezTo>
                <a:cubicBezTo>
                  <a:pt x="529147" y="287101"/>
                  <a:pt x="531552" y="365183"/>
                  <a:pt x="476232" y="416837"/>
                </a:cubicBezTo>
                <a:cubicBezTo>
                  <a:pt x="509905" y="439661"/>
                  <a:pt x="584467" y="496120"/>
                  <a:pt x="432938" y="586214"/>
                </a:cubicBezTo>
                <a:cubicBezTo>
                  <a:pt x="388442" y="610240"/>
                  <a:pt x="418507" y="646277"/>
                  <a:pt x="420912" y="647479"/>
                </a:cubicBezTo>
                <a:cubicBezTo>
                  <a:pt x="568833" y="619850"/>
                  <a:pt x="680675" y="488912"/>
                  <a:pt x="680675" y="332749"/>
                </a:cubicBezTo>
                <a:cubicBezTo>
                  <a:pt x="680675" y="157365"/>
                  <a:pt x="536362" y="13214"/>
                  <a:pt x="359579" y="13214"/>
                </a:cubicBezTo>
                <a:cubicBezTo>
                  <a:pt x="182796" y="13214"/>
                  <a:pt x="39686" y="157365"/>
                  <a:pt x="39686" y="332749"/>
                </a:cubicBezTo>
                <a:cubicBezTo>
                  <a:pt x="39686" y="490114"/>
                  <a:pt x="152731" y="621051"/>
                  <a:pt x="301854" y="648680"/>
                </a:cubicBezTo>
                <a:cubicBezTo>
                  <a:pt x="301854" y="648680"/>
                  <a:pt x="334325" y="610240"/>
                  <a:pt x="288626" y="586214"/>
                </a:cubicBezTo>
                <a:cubicBezTo>
                  <a:pt x="137097" y="496120"/>
                  <a:pt x="212861" y="439661"/>
                  <a:pt x="245332" y="416837"/>
                </a:cubicBezTo>
                <a:cubicBezTo>
                  <a:pt x="190012" y="365183"/>
                  <a:pt x="193620" y="287101"/>
                  <a:pt x="211659" y="266679"/>
                </a:cubicBezTo>
                <a:cubicBezTo>
                  <a:pt x="211659" y="266679"/>
                  <a:pt x="204443" y="323139"/>
                  <a:pt x="299449" y="374793"/>
                </a:cubicBezTo>
                <a:cubicBezTo>
                  <a:pt x="300652" y="374793"/>
                  <a:pt x="301854" y="375994"/>
                  <a:pt x="303057" y="375994"/>
                </a:cubicBezTo>
                <a:cubicBezTo>
                  <a:pt x="310273" y="367585"/>
                  <a:pt x="327109" y="337554"/>
                  <a:pt x="288626" y="315931"/>
                </a:cubicBezTo>
                <a:cubicBezTo>
                  <a:pt x="128679" y="222233"/>
                  <a:pt x="220077" y="164572"/>
                  <a:pt x="250142" y="144151"/>
                </a:cubicBezTo>
                <a:cubicBezTo>
                  <a:pt x="250142" y="144151"/>
                  <a:pt x="238116" y="156164"/>
                  <a:pt x="233306" y="177786"/>
                </a:cubicBezTo>
                <a:cubicBezTo>
                  <a:pt x="228495" y="195805"/>
                  <a:pt x="254953" y="221032"/>
                  <a:pt x="298246" y="243855"/>
                </a:cubicBezTo>
                <a:cubicBezTo>
                  <a:pt x="386037" y="290705"/>
                  <a:pt x="335527" y="366384"/>
                  <a:pt x="306665" y="377195"/>
                </a:cubicBezTo>
                <a:cubicBezTo>
                  <a:pt x="393252" y="428849"/>
                  <a:pt x="325906" y="509334"/>
                  <a:pt x="298246" y="512938"/>
                </a:cubicBezTo>
                <a:cubicBezTo>
                  <a:pt x="298246" y="512938"/>
                  <a:pt x="336730" y="470894"/>
                  <a:pt x="291031" y="445667"/>
                </a:cubicBezTo>
                <a:cubicBezTo>
                  <a:pt x="272992" y="438460"/>
                  <a:pt x="258561" y="428849"/>
                  <a:pt x="246534" y="418038"/>
                </a:cubicBezTo>
                <a:cubicBezTo>
                  <a:pt x="242927" y="422843"/>
                  <a:pt x="235711" y="432453"/>
                  <a:pt x="233306" y="446868"/>
                </a:cubicBezTo>
                <a:cubicBezTo>
                  <a:pt x="228495" y="464887"/>
                  <a:pt x="254953" y="491315"/>
                  <a:pt x="298246" y="512938"/>
                </a:cubicBezTo>
                <a:cubicBezTo>
                  <a:pt x="346351" y="539365"/>
                  <a:pt x="366795" y="574202"/>
                  <a:pt x="358377" y="601831"/>
                </a:cubicBezTo>
                <a:cubicBezTo>
                  <a:pt x="357174" y="604233"/>
                  <a:pt x="357174" y="605435"/>
                  <a:pt x="355972" y="607837"/>
                </a:cubicBezTo>
                <a:cubicBezTo>
                  <a:pt x="341540" y="641472"/>
                  <a:pt x="291031" y="667900"/>
                  <a:pt x="238116" y="690724"/>
                </a:cubicBezTo>
                <a:cubicBezTo>
                  <a:pt x="234508" y="691925"/>
                  <a:pt x="230901" y="693127"/>
                  <a:pt x="227293" y="694328"/>
                </a:cubicBezTo>
                <a:cubicBezTo>
                  <a:pt x="93804" y="641472"/>
                  <a:pt x="0" y="511736"/>
                  <a:pt x="0" y="360378"/>
                </a:cubicBezTo>
                <a:cubicBezTo>
                  <a:pt x="0" y="162170"/>
                  <a:pt x="161149" y="0"/>
                  <a:pt x="359579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4">
                  <a:lumMod val="50000"/>
                </a:schemeClr>
              </a:gs>
              <a:gs pos="42000">
                <a:srgbClr val="FFC000"/>
              </a:gs>
              <a:gs pos="74000">
                <a:schemeClr val="accent4">
                  <a:lumMod val="50000"/>
                </a:schemeClr>
              </a:gs>
              <a:gs pos="93000">
                <a:schemeClr val="accent4">
                  <a:lumMod val="75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6" name="直接连接符 5"/>
          <p:cNvCxnSpPr/>
          <p:nvPr/>
        </p:nvCxnSpPr>
        <p:spPr>
          <a:xfrm>
            <a:off x="966047" y="1517263"/>
            <a:ext cx="3083439" cy="0"/>
          </a:xfrm>
          <a:prstGeom prst="line">
            <a:avLst/>
          </a:prstGeom>
          <a:ln w="31750">
            <a:gradFill>
              <a:gsLst>
                <a:gs pos="0">
                  <a:schemeClr val="accent1">
                    <a:hueOff val="-4200000"/>
                  </a:schemeClr>
                </a:gs>
                <a:gs pos="100000">
                  <a:schemeClr val="accent1"/>
                </a:gs>
              </a:gsLst>
            </a:gra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8" name="文本框 7"/>
          <p:cNvSpPr txBox="1"/>
          <p:nvPr/>
        </p:nvSpPr>
        <p:spPr>
          <a:xfrm>
            <a:off x="871219" y="962025"/>
            <a:ext cx="3281395" cy="56451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just" defTabSz="26670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800" dirty="0">
                <a:solidFill>
                  <a:srgbClr val="0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发送</a:t>
            </a:r>
            <a:r>
              <a:rPr lang="en-US" altLang="zh-CN" sz="2800" dirty="0">
                <a:solidFill>
                  <a:srgbClr val="0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HTTP</a:t>
            </a:r>
            <a:r>
              <a:rPr lang="zh-CN" altLang="en-US" sz="2800" dirty="0">
                <a:solidFill>
                  <a:srgbClr val="0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响应消息</a:t>
            </a:r>
            <a:endParaRPr lang="zh-CN" altLang="en-US" sz="2800" dirty="0">
              <a:solidFill>
                <a:srgbClr val="000000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+mn-ea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0858" y="2569534"/>
            <a:ext cx="10383826" cy="998874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807834" y="4509740"/>
            <a:ext cx="10576331" cy="83099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en-US" altLang="zh-CN" sz="2400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		</a:t>
            </a:r>
            <a:r>
              <a:rPr lang="zh-CN" altLang="en-US" sz="2400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对于客户端开始访问时请求的首页</a:t>
            </a:r>
            <a:r>
              <a:rPr lang="en-US" altLang="zh-CN" sz="2400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HTML</a:t>
            </a:r>
            <a:r>
              <a:rPr lang="zh-CN" altLang="en-US" sz="2400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文件，将其当作当作正常文件，调用发送文件的函数即可。</a:t>
            </a:r>
            <a:endParaRPr lang="zh-CN" altLang="en-US" sz="2400" dirty="0">
              <a:solidFill>
                <a:srgbClr val="000000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+mn-ea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4674740" y="3669742"/>
            <a:ext cx="20423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latin typeface="华文中宋" panose="02010600040101010101" charset="-122"/>
                <a:ea typeface="华文中宋" panose="02010600040101010101" charset="-122"/>
              </a:rPr>
              <a:t>对首页文件的处理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>
        <p159:morph option="byObject"/>
      </p:transition>
    </mc:Choice>
    <mc:Fallback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>
            <p:custDataLst>
              <p:tags r:id="rId1"/>
            </p:custDataLst>
          </p:nvPr>
        </p:nvSpPr>
        <p:spPr>
          <a:xfrm>
            <a:off x="0" y="0"/>
            <a:ext cx="12191365" cy="6857365"/>
          </a:xfrm>
          <a:prstGeom prst="rect">
            <a:avLst/>
          </a:prstGeom>
          <a:gradFill>
            <a:gsLst>
              <a:gs pos="1000">
                <a:srgbClr val="C1DFAE">
                  <a:alpha val="76000"/>
                </a:srgbClr>
              </a:gs>
              <a:gs pos="27000">
                <a:srgbClr val="7EAC8D">
                  <a:alpha val="82000"/>
                </a:srgbClr>
              </a:gs>
              <a:gs pos="76000">
                <a:srgbClr val="1A6840">
                  <a:alpha val="75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文本框 21"/>
          <p:cNvSpPr txBox="1"/>
          <p:nvPr/>
        </p:nvSpPr>
        <p:spPr>
          <a:xfrm>
            <a:off x="3994785" y="2588403"/>
            <a:ext cx="5247572" cy="20746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 fontAlgn="auto">
              <a:lnSpc>
                <a:spcPct val="125000"/>
              </a:lnSpc>
            </a:pPr>
            <a:r>
              <a:rPr lang="zh-CN" altLang="en-US" sz="5400" dirty="0">
                <a:solidFill>
                  <a:srgbClr val="2E461C"/>
                </a:solidFill>
                <a:latin typeface="华文中宋" panose="02010600040101010101" charset="-122"/>
                <a:ea typeface="华文中宋" panose="02010600040101010101" charset="-122"/>
                <a:sym typeface="+mn-ea"/>
              </a:rPr>
              <a:t>程序运行与测试</a:t>
            </a:r>
            <a:endParaRPr lang="zh-CN" altLang="en-US" sz="5400" dirty="0">
              <a:solidFill>
                <a:srgbClr val="2E461C"/>
              </a:solidFill>
              <a:latin typeface="华文中宋" panose="02010600040101010101" charset="-122"/>
              <a:ea typeface="华文中宋" panose="02010600040101010101" charset="-122"/>
              <a:sym typeface="+mn-ea"/>
            </a:endParaRPr>
          </a:p>
          <a:p>
            <a:pPr indent="0" fontAlgn="auto">
              <a:lnSpc>
                <a:spcPct val="125000"/>
              </a:lnSpc>
            </a:pPr>
            <a:endParaRPr lang="zh-CN" altLang="en-US" sz="5400" spc="200" dirty="0">
              <a:solidFill>
                <a:srgbClr val="2E461C"/>
              </a:solidFill>
              <a:uFillTx/>
              <a:latin typeface="华文中宋" panose="02010600040101010101" charset="-122"/>
              <a:ea typeface="华文中宋" panose="02010600040101010101" charset="-122"/>
            </a:endParaRPr>
          </a:p>
        </p:txBody>
      </p:sp>
      <p:pic>
        <p:nvPicPr>
          <p:cNvPr id="4" name="图片 3" descr="带字透明底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rcRect t="29740" b="22457"/>
          <a:stretch>
            <a:fillRect/>
          </a:stretch>
        </p:blipFill>
        <p:spPr>
          <a:xfrm>
            <a:off x="9144000" y="103505"/>
            <a:ext cx="3048000" cy="746125"/>
          </a:xfrm>
          <a:prstGeom prst="rect">
            <a:avLst/>
          </a:prstGeom>
        </p:spPr>
      </p:pic>
      <p:sp>
        <p:nvSpPr>
          <p:cNvPr id="13" name="椭圆 12"/>
          <p:cNvSpPr/>
          <p:nvPr/>
        </p:nvSpPr>
        <p:spPr>
          <a:xfrm>
            <a:off x="2021840" y="2267585"/>
            <a:ext cx="1786890" cy="1823720"/>
          </a:xfrm>
          <a:prstGeom prst="ellipse">
            <a:avLst/>
          </a:prstGeom>
          <a:solidFill>
            <a:schemeClr val="bg1"/>
          </a:solidFill>
          <a:ln>
            <a:gradFill>
              <a:gsLst>
                <a:gs pos="0">
                  <a:schemeClr val="accent6">
                    <a:lumMod val="40000"/>
                    <a:lumOff val="60000"/>
                  </a:schemeClr>
                </a:gs>
                <a:gs pos="100000">
                  <a:schemeClr val="accent6">
                    <a:lumMod val="50000"/>
                  </a:schemeClr>
                </a:gs>
              </a:gsLst>
              <a:lin ang="5400000" scaled="1"/>
            </a:gradFill>
          </a:ln>
          <a:effectLst>
            <a:outerShdw blurRad="50800" dist="38100" dir="2700000" algn="tl" rotWithShape="0">
              <a:prstClr val="black">
                <a:alpha val="1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/>
          <p:cNvSpPr txBox="1"/>
          <p:nvPr/>
        </p:nvSpPr>
        <p:spPr>
          <a:xfrm>
            <a:off x="2207895" y="2518410"/>
            <a:ext cx="1384300" cy="13220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8000" b="1">
                <a:solidFill>
                  <a:srgbClr val="2E461C"/>
                </a:solidFill>
                <a:latin typeface="华文中宋" panose="02010600040101010101" charset="-122"/>
                <a:ea typeface="华文中宋" panose="02010600040101010101" charset="-122"/>
              </a:rPr>
              <a:t>3</a:t>
            </a:r>
            <a:endParaRPr lang="en-US" altLang="zh-CN" sz="8000" b="1">
              <a:solidFill>
                <a:srgbClr val="2E461C"/>
              </a:solidFill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>
        <p159:morph option="byObject"/>
      </p:transition>
    </mc:Choice>
    <mc:Fallback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对角圆角矩形 1"/>
          <p:cNvSpPr/>
          <p:nvPr>
            <p:custDataLst>
              <p:tags r:id="rId1"/>
            </p:custDataLst>
          </p:nvPr>
        </p:nvSpPr>
        <p:spPr>
          <a:xfrm>
            <a:off x="-397323" y="292"/>
            <a:ext cx="13160188" cy="956889"/>
          </a:xfrm>
          <a:prstGeom prst="round2DiagRect">
            <a:avLst>
              <a:gd name="adj1" fmla="val 50000"/>
              <a:gd name="adj2" fmla="val 0"/>
            </a:avLst>
          </a:prstGeom>
          <a:gradFill>
            <a:gsLst>
              <a:gs pos="0">
                <a:srgbClr val="5D9D72">
                  <a:alpha val="100000"/>
                </a:srgbClr>
              </a:gs>
              <a:gs pos="49000">
                <a:srgbClr val="6EA844"/>
              </a:gs>
              <a:gs pos="100000">
                <a:srgbClr val="1D7546"/>
              </a:gs>
            </a:gsLst>
            <a:lin ang="10800000" scaled="0"/>
          </a:gradFill>
          <a:ln>
            <a:noFill/>
          </a:ln>
          <a:effectLst>
            <a:outerShdw blurRad="50800" dist="38100" dir="2700000" algn="tl" rotWithShape="0">
              <a:prstClr val="black">
                <a:alpha val="2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3" name="图片 2" descr="带字透明底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rcRect t="29740" b="22457"/>
          <a:stretch>
            <a:fillRect/>
          </a:stretch>
        </p:blipFill>
        <p:spPr>
          <a:xfrm>
            <a:off x="9144000" y="103505"/>
            <a:ext cx="3048000" cy="746125"/>
          </a:xfrm>
          <a:prstGeom prst="rect">
            <a:avLst/>
          </a:prstGeom>
        </p:spPr>
      </p:pic>
      <p:sp>
        <p:nvSpPr>
          <p:cNvPr id="20" name="文本框 19"/>
          <p:cNvSpPr txBox="1"/>
          <p:nvPr>
            <p:custDataLst>
              <p:tags r:id="rId4"/>
            </p:custDataLst>
          </p:nvPr>
        </p:nvSpPr>
        <p:spPr>
          <a:xfrm>
            <a:off x="440055" y="1075055"/>
            <a:ext cx="2365021" cy="52322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5400">
                <a:ln w="38100">
                  <a:noFill/>
                </a:ln>
                <a:solidFill>
                  <a:srgbClr val="CA0000"/>
                </a:solidFill>
                <a:latin typeface="+mj-ea"/>
                <a:ea typeface="+mj-ea"/>
              </a:defRPr>
            </a:lvl1pPr>
          </a:lstStyle>
          <a:p>
            <a:r>
              <a:rPr lang="zh-CN" altLang="en-US" sz="2800" dirty="0">
                <a:solidFill>
                  <a:srgbClr val="2E461C"/>
                </a:solidFill>
                <a:latin typeface="华文中宋" panose="02010600040101010101" charset="-122"/>
                <a:ea typeface="华文中宋" panose="02010600040101010101" charset="-122"/>
                <a:sym typeface="+mn-ea"/>
              </a:rPr>
              <a:t>运行前的准备</a:t>
            </a:r>
            <a:endParaRPr lang="zh-CN" altLang="en-US" sz="2800" dirty="0">
              <a:solidFill>
                <a:srgbClr val="2E461C"/>
              </a:solidFill>
              <a:latin typeface="华文中宋" panose="02010600040101010101" charset="-122"/>
              <a:ea typeface="华文中宋" panose="02010600040101010101" charset="-122"/>
              <a:sym typeface="+mn-ea"/>
            </a:endParaRPr>
          </a:p>
        </p:txBody>
      </p:sp>
      <p:sp>
        <p:nvSpPr>
          <p:cNvPr id="19" name="任意多边形: 形状 3"/>
          <p:cNvSpPr/>
          <p:nvPr/>
        </p:nvSpPr>
        <p:spPr>
          <a:xfrm>
            <a:off x="-497205" y="-2540"/>
            <a:ext cx="984250" cy="959485"/>
          </a:xfrm>
          <a:custGeom>
            <a:avLst/>
            <a:gdLst>
              <a:gd name="connsiteX0" fmla="*/ 365592 w 719551"/>
              <a:gd name="connsiteY0" fmla="*/ 49251 h 694328"/>
              <a:gd name="connsiteX1" fmla="*/ 383631 w 719551"/>
              <a:gd name="connsiteY1" fmla="*/ 88893 h 694328"/>
              <a:gd name="connsiteX2" fmla="*/ 371605 w 719551"/>
              <a:gd name="connsiteY2" fmla="*/ 228239 h 694328"/>
              <a:gd name="connsiteX3" fmla="*/ 364390 w 719551"/>
              <a:gd name="connsiteY3" fmla="*/ 245057 h 694328"/>
              <a:gd name="connsiteX4" fmla="*/ 333122 w 719551"/>
              <a:gd name="connsiteY4" fmla="*/ 103308 h 694328"/>
              <a:gd name="connsiteX5" fmla="*/ 365592 w 719551"/>
              <a:gd name="connsiteY5" fmla="*/ 49251 h 694328"/>
              <a:gd name="connsiteX6" fmla="*/ 359579 w 719551"/>
              <a:gd name="connsiteY6" fmla="*/ 0 h 694328"/>
              <a:gd name="connsiteX7" fmla="*/ 691893 w 719551"/>
              <a:gd name="connsiteY7" fmla="*/ 220450 h 694328"/>
              <a:gd name="connsiteX8" fmla="*/ 712525 w 719551"/>
              <a:gd name="connsiteY8" fmla="*/ 286472 h 694328"/>
              <a:gd name="connsiteX9" fmla="*/ 719551 w 719551"/>
              <a:gd name="connsiteY9" fmla="*/ 356173 h 694328"/>
              <a:gd name="connsiteX10" fmla="*/ 712152 w 719551"/>
              <a:gd name="connsiteY10" fmla="*/ 429569 h 694328"/>
              <a:gd name="connsiteX11" fmla="*/ 694106 w 719551"/>
              <a:gd name="connsiteY11" fmla="*/ 487706 h 694328"/>
              <a:gd name="connsiteX12" fmla="*/ 671448 w 719551"/>
              <a:gd name="connsiteY12" fmla="*/ 533826 h 694328"/>
              <a:gd name="connsiteX13" fmla="*/ 657355 w 719551"/>
              <a:gd name="connsiteY13" fmla="*/ 559790 h 694328"/>
              <a:gd name="connsiteX14" fmla="*/ 634026 w 719551"/>
              <a:gd name="connsiteY14" fmla="*/ 588066 h 694328"/>
              <a:gd name="connsiteX15" fmla="*/ 601635 w 719551"/>
              <a:gd name="connsiteY15" fmla="*/ 622971 h 694328"/>
              <a:gd name="connsiteX16" fmla="*/ 567891 w 719551"/>
              <a:gd name="connsiteY16" fmla="*/ 650812 h 694328"/>
              <a:gd name="connsiteX17" fmla="*/ 515863 w 719551"/>
              <a:gd name="connsiteY17" fmla="*/ 681565 h 694328"/>
              <a:gd name="connsiteX18" fmla="*/ 497126 w 719551"/>
              <a:gd name="connsiteY18" fmla="*/ 691735 h 694328"/>
              <a:gd name="connsiteX19" fmla="*/ 491302 w 719551"/>
              <a:gd name="connsiteY19" fmla="*/ 693543 h 694328"/>
              <a:gd name="connsiteX20" fmla="*/ 482245 w 719551"/>
              <a:gd name="connsiteY20" fmla="*/ 689523 h 694328"/>
              <a:gd name="connsiteX21" fmla="*/ 364390 w 719551"/>
              <a:gd name="connsiteY21" fmla="*/ 609038 h 694328"/>
              <a:gd name="connsiteX22" fmla="*/ 361985 w 719551"/>
              <a:gd name="connsiteY22" fmla="*/ 601831 h 694328"/>
              <a:gd name="connsiteX23" fmla="*/ 424520 w 719551"/>
              <a:gd name="connsiteY23" fmla="*/ 512938 h 694328"/>
              <a:gd name="connsiteX24" fmla="*/ 489461 w 719551"/>
              <a:gd name="connsiteY24" fmla="*/ 446868 h 694328"/>
              <a:gd name="connsiteX25" fmla="*/ 475029 w 719551"/>
              <a:gd name="connsiteY25" fmla="*/ 418038 h 694328"/>
              <a:gd name="connsiteX26" fmla="*/ 430533 w 719551"/>
              <a:gd name="connsiteY26" fmla="*/ 445667 h 694328"/>
              <a:gd name="connsiteX27" fmla="*/ 424520 w 719551"/>
              <a:gd name="connsiteY27" fmla="*/ 512938 h 694328"/>
              <a:gd name="connsiteX28" fmla="*/ 416102 w 719551"/>
              <a:gd name="connsiteY28" fmla="*/ 377195 h 694328"/>
              <a:gd name="connsiteX29" fmla="*/ 424520 w 719551"/>
              <a:gd name="connsiteY29" fmla="*/ 243855 h 694328"/>
              <a:gd name="connsiteX30" fmla="*/ 489461 w 719551"/>
              <a:gd name="connsiteY30" fmla="*/ 177786 h 694328"/>
              <a:gd name="connsiteX31" fmla="*/ 471422 w 719551"/>
              <a:gd name="connsiteY31" fmla="*/ 144151 h 694328"/>
              <a:gd name="connsiteX32" fmla="*/ 432938 w 719551"/>
              <a:gd name="connsiteY32" fmla="*/ 315931 h 694328"/>
              <a:gd name="connsiteX33" fmla="*/ 418507 w 719551"/>
              <a:gd name="connsiteY33" fmla="*/ 375994 h 694328"/>
              <a:gd name="connsiteX34" fmla="*/ 422115 w 719551"/>
              <a:gd name="connsiteY34" fmla="*/ 374793 h 694328"/>
              <a:gd name="connsiteX35" fmla="*/ 511108 w 719551"/>
              <a:gd name="connsiteY35" fmla="*/ 266679 h 694328"/>
              <a:gd name="connsiteX36" fmla="*/ 476232 w 719551"/>
              <a:gd name="connsiteY36" fmla="*/ 416837 h 694328"/>
              <a:gd name="connsiteX37" fmla="*/ 432938 w 719551"/>
              <a:gd name="connsiteY37" fmla="*/ 586214 h 694328"/>
              <a:gd name="connsiteX38" fmla="*/ 420912 w 719551"/>
              <a:gd name="connsiteY38" fmla="*/ 647479 h 694328"/>
              <a:gd name="connsiteX39" fmla="*/ 680675 w 719551"/>
              <a:gd name="connsiteY39" fmla="*/ 332749 h 694328"/>
              <a:gd name="connsiteX40" fmla="*/ 359579 w 719551"/>
              <a:gd name="connsiteY40" fmla="*/ 13214 h 694328"/>
              <a:gd name="connsiteX41" fmla="*/ 39686 w 719551"/>
              <a:gd name="connsiteY41" fmla="*/ 332749 h 694328"/>
              <a:gd name="connsiteX42" fmla="*/ 301854 w 719551"/>
              <a:gd name="connsiteY42" fmla="*/ 648680 h 694328"/>
              <a:gd name="connsiteX43" fmla="*/ 288626 w 719551"/>
              <a:gd name="connsiteY43" fmla="*/ 586214 h 694328"/>
              <a:gd name="connsiteX44" fmla="*/ 245332 w 719551"/>
              <a:gd name="connsiteY44" fmla="*/ 416837 h 694328"/>
              <a:gd name="connsiteX45" fmla="*/ 211659 w 719551"/>
              <a:gd name="connsiteY45" fmla="*/ 266679 h 694328"/>
              <a:gd name="connsiteX46" fmla="*/ 299449 w 719551"/>
              <a:gd name="connsiteY46" fmla="*/ 374793 h 694328"/>
              <a:gd name="connsiteX47" fmla="*/ 303057 w 719551"/>
              <a:gd name="connsiteY47" fmla="*/ 375994 h 694328"/>
              <a:gd name="connsiteX48" fmla="*/ 288626 w 719551"/>
              <a:gd name="connsiteY48" fmla="*/ 315931 h 694328"/>
              <a:gd name="connsiteX49" fmla="*/ 250142 w 719551"/>
              <a:gd name="connsiteY49" fmla="*/ 144151 h 694328"/>
              <a:gd name="connsiteX50" fmla="*/ 233306 w 719551"/>
              <a:gd name="connsiteY50" fmla="*/ 177786 h 694328"/>
              <a:gd name="connsiteX51" fmla="*/ 298246 w 719551"/>
              <a:gd name="connsiteY51" fmla="*/ 243855 h 694328"/>
              <a:gd name="connsiteX52" fmla="*/ 306665 w 719551"/>
              <a:gd name="connsiteY52" fmla="*/ 377195 h 694328"/>
              <a:gd name="connsiteX53" fmla="*/ 298246 w 719551"/>
              <a:gd name="connsiteY53" fmla="*/ 512938 h 694328"/>
              <a:gd name="connsiteX54" fmla="*/ 291031 w 719551"/>
              <a:gd name="connsiteY54" fmla="*/ 445667 h 694328"/>
              <a:gd name="connsiteX55" fmla="*/ 246534 w 719551"/>
              <a:gd name="connsiteY55" fmla="*/ 418038 h 694328"/>
              <a:gd name="connsiteX56" fmla="*/ 233306 w 719551"/>
              <a:gd name="connsiteY56" fmla="*/ 446868 h 694328"/>
              <a:gd name="connsiteX57" fmla="*/ 298246 w 719551"/>
              <a:gd name="connsiteY57" fmla="*/ 512938 h 694328"/>
              <a:gd name="connsiteX58" fmla="*/ 358377 w 719551"/>
              <a:gd name="connsiteY58" fmla="*/ 601831 h 694328"/>
              <a:gd name="connsiteX59" fmla="*/ 355972 w 719551"/>
              <a:gd name="connsiteY59" fmla="*/ 607837 h 694328"/>
              <a:gd name="connsiteX60" fmla="*/ 238116 w 719551"/>
              <a:gd name="connsiteY60" fmla="*/ 690724 h 694328"/>
              <a:gd name="connsiteX61" fmla="*/ 227293 w 719551"/>
              <a:gd name="connsiteY61" fmla="*/ 694328 h 694328"/>
              <a:gd name="connsiteX62" fmla="*/ 0 w 719551"/>
              <a:gd name="connsiteY62" fmla="*/ 360378 h 694328"/>
              <a:gd name="connsiteX63" fmla="*/ 359579 w 719551"/>
              <a:gd name="connsiteY63" fmla="*/ 0 h 6943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</a:cxnLst>
            <a:rect l="l" t="t" r="r" b="b"/>
            <a:pathLst>
              <a:path w="719551" h="694328">
                <a:moveTo>
                  <a:pt x="365592" y="49251"/>
                </a:moveTo>
                <a:cubicBezTo>
                  <a:pt x="365592" y="54056"/>
                  <a:pt x="383631" y="88893"/>
                  <a:pt x="383631" y="88893"/>
                </a:cubicBezTo>
                <a:cubicBezTo>
                  <a:pt x="426925" y="153761"/>
                  <a:pt x="372808" y="225837"/>
                  <a:pt x="371605" y="228239"/>
                </a:cubicBezTo>
                <a:cubicBezTo>
                  <a:pt x="369200" y="230642"/>
                  <a:pt x="364390" y="239050"/>
                  <a:pt x="364390" y="245057"/>
                </a:cubicBezTo>
                <a:cubicBezTo>
                  <a:pt x="300652" y="199409"/>
                  <a:pt x="318691" y="126132"/>
                  <a:pt x="333122" y="103308"/>
                </a:cubicBezTo>
                <a:cubicBezTo>
                  <a:pt x="348756" y="79283"/>
                  <a:pt x="365592" y="49251"/>
                  <a:pt x="365592" y="49251"/>
                </a:cubicBezTo>
                <a:close/>
                <a:moveTo>
                  <a:pt x="359579" y="0"/>
                </a:moveTo>
                <a:cubicBezTo>
                  <a:pt x="508402" y="0"/>
                  <a:pt x="636930" y="91220"/>
                  <a:pt x="691893" y="220450"/>
                </a:cubicBezTo>
                <a:lnTo>
                  <a:pt x="712525" y="286472"/>
                </a:lnTo>
                <a:lnTo>
                  <a:pt x="719551" y="356173"/>
                </a:lnTo>
                <a:cubicBezTo>
                  <a:pt x="719551" y="381315"/>
                  <a:pt x="717004" y="405861"/>
                  <a:pt x="712152" y="429569"/>
                </a:cubicBezTo>
                <a:lnTo>
                  <a:pt x="694106" y="487706"/>
                </a:lnTo>
                <a:lnTo>
                  <a:pt x="671448" y="533826"/>
                </a:lnTo>
                <a:lnTo>
                  <a:pt x="657355" y="559790"/>
                </a:lnTo>
                <a:lnTo>
                  <a:pt x="634026" y="588066"/>
                </a:lnTo>
                <a:lnTo>
                  <a:pt x="601635" y="622971"/>
                </a:lnTo>
                <a:lnTo>
                  <a:pt x="567891" y="650812"/>
                </a:lnTo>
                <a:lnTo>
                  <a:pt x="515863" y="681565"/>
                </a:lnTo>
                <a:lnTo>
                  <a:pt x="497126" y="691735"/>
                </a:lnTo>
                <a:lnTo>
                  <a:pt x="491302" y="693543"/>
                </a:lnTo>
                <a:lnTo>
                  <a:pt x="482245" y="689523"/>
                </a:lnTo>
                <a:cubicBezTo>
                  <a:pt x="430533" y="667900"/>
                  <a:pt x="378821" y="641472"/>
                  <a:pt x="364390" y="609038"/>
                </a:cubicBezTo>
                <a:cubicBezTo>
                  <a:pt x="363187" y="605435"/>
                  <a:pt x="361985" y="604233"/>
                  <a:pt x="361985" y="601831"/>
                </a:cubicBezTo>
                <a:cubicBezTo>
                  <a:pt x="353566" y="574202"/>
                  <a:pt x="375213" y="539365"/>
                  <a:pt x="424520" y="512938"/>
                </a:cubicBezTo>
                <a:cubicBezTo>
                  <a:pt x="466611" y="491315"/>
                  <a:pt x="493069" y="464887"/>
                  <a:pt x="489461" y="446868"/>
                </a:cubicBezTo>
                <a:cubicBezTo>
                  <a:pt x="485853" y="432453"/>
                  <a:pt x="479840" y="422843"/>
                  <a:pt x="475029" y="418038"/>
                </a:cubicBezTo>
                <a:cubicBezTo>
                  <a:pt x="463003" y="428849"/>
                  <a:pt x="448572" y="438460"/>
                  <a:pt x="430533" y="445667"/>
                </a:cubicBezTo>
                <a:cubicBezTo>
                  <a:pt x="384834" y="470894"/>
                  <a:pt x="424520" y="512938"/>
                  <a:pt x="424520" y="512938"/>
                </a:cubicBezTo>
                <a:cubicBezTo>
                  <a:pt x="396860" y="509334"/>
                  <a:pt x="328312" y="428849"/>
                  <a:pt x="416102" y="377195"/>
                </a:cubicBezTo>
                <a:cubicBezTo>
                  <a:pt x="386037" y="366384"/>
                  <a:pt x="335527" y="290705"/>
                  <a:pt x="424520" y="243855"/>
                </a:cubicBezTo>
                <a:cubicBezTo>
                  <a:pt x="466611" y="221032"/>
                  <a:pt x="493069" y="195805"/>
                  <a:pt x="489461" y="177786"/>
                </a:cubicBezTo>
                <a:cubicBezTo>
                  <a:pt x="484650" y="156164"/>
                  <a:pt x="471422" y="144151"/>
                  <a:pt x="471422" y="144151"/>
                </a:cubicBezTo>
                <a:cubicBezTo>
                  <a:pt x="501487" y="164572"/>
                  <a:pt x="592885" y="222233"/>
                  <a:pt x="432938" y="315931"/>
                </a:cubicBezTo>
                <a:cubicBezTo>
                  <a:pt x="394455" y="337554"/>
                  <a:pt x="411291" y="367585"/>
                  <a:pt x="418507" y="375994"/>
                </a:cubicBezTo>
                <a:cubicBezTo>
                  <a:pt x="419710" y="375994"/>
                  <a:pt x="420912" y="374793"/>
                  <a:pt x="422115" y="374793"/>
                </a:cubicBezTo>
                <a:cubicBezTo>
                  <a:pt x="518323" y="323139"/>
                  <a:pt x="511108" y="266679"/>
                  <a:pt x="511108" y="266679"/>
                </a:cubicBezTo>
                <a:cubicBezTo>
                  <a:pt x="529147" y="287101"/>
                  <a:pt x="531552" y="365183"/>
                  <a:pt x="476232" y="416837"/>
                </a:cubicBezTo>
                <a:cubicBezTo>
                  <a:pt x="509905" y="439661"/>
                  <a:pt x="584467" y="496120"/>
                  <a:pt x="432938" y="586214"/>
                </a:cubicBezTo>
                <a:cubicBezTo>
                  <a:pt x="388442" y="610240"/>
                  <a:pt x="418507" y="646277"/>
                  <a:pt x="420912" y="647479"/>
                </a:cubicBezTo>
                <a:cubicBezTo>
                  <a:pt x="568833" y="619850"/>
                  <a:pt x="680675" y="488912"/>
                  <a:pt x="680675" y="332749"/>
                </a:cubicBezTo>
                <a:cubicBezTo>
                  <a:pt x="680675" y="157365"/>
                  <a:pt x="536362" y="13214"/>
                  <a:pt x="359579" y="13214"/>
                </a:cubicBezTo>
                <a:cubicBezTo>
                  <a:pt x="182796" y="13214"/>
                  <a:pt x="39686" y="157365"/>
                  <a:pt x="39686" y="332749"/>
                </a:cubicBezTo>
                <a:cubicBezTo>
                  <a:pt x="39686" y="490114"/>
                  <a:pt x="152731" y="621051"/>
                  <a:pt x="301854" y="648680"/>
                </a:cubicBezTo>
                <a:cubicBezTo>
                  <a:pt x="301854" y="648680"/>
                  <a:pt x="334325" y="610240"/>
                  <a:pt x="288626" y="586214"/>
                </a:cubicBezTo>
                <a:cubicBezTo>
                  <a:pt x="137097" y="496120"/>
                  <a:pt x="212861" y="439661"/>
                  <a:pt x="245332" y="416837"/>
                </a:cubicBezTo>
                <a:cubicBezTo>
                  <a:pt x="190012" y="365183"/>
                  <a:pt x="193620" y="287101"/>
                  <a:pt x="211659" y="266679"/>
                </a:cubicBezTo>
                <a:cubicBezTo>
                  <a:pt x="211659" y="266679"/>
                  <a:pt x="204443" y="323139"/>
                  <a:pt x="299449" y="374793"/>
                </a:cubicBezTo>
                <a:cubicBezTo>
                  <a:pt x="300652" y="374793"/>
                  <a:pt x="301854" y="375994"/>
                  <a:pt x="303057" y="375994"/>
                </a:cubicBezTo>
                <a:cubicBezTo>
                  <a:pt x="310273" y="367585"/>
                  <a:pt x="327109" y="337554"/>
                  <a:pt x="288626" y="315931"/>
                </a:cubicBezTo>
                <a:cubicBezTo>
                  <a:pt x="128679" y="222233"/>
                  <a:pt x="220077" y="164572"/>
                  <a:pt x="250142" y="144151"/>
                </a:cubicBezTo>
                <a:cubicBezTo>
                  <a:pt x="250142" y="144151"/>
                  <a:pt x="238116" y="156164"/>
                  <a:pt x="233306" y="177786"/>
                </a:cubicBezTo>
                <a:cubicBezTo>
                  <a:pt x="228495" y="195805"/>
                  <a:pt x="254953" y="221032"/>
                  <a:pt x="298246" y="243855"/>
                </a:cubicBezTo>
                <a:cubicBezTo>
                  <a:pt x="386037" y="290705"/>
                  <a:pt x="335527" y="366384"/>
                  <a:pt x="306665" y="377195"/>
                </a:cubicBezTo>
                <a:cubicBezTo>
                  <a:pt x="393252" y="428849"/>
                  <a:pt x="325906" y="509334"/>
                  <a:pt x="298246" y="512938"/>
                </a:cubicBezTo>
                <a:cubicBezTo>
                  <a:pt x="298246" y="512938"/>
                  <a:pt x="336730" y="470894"/>
                  <a:pt x="291031" y="445667"/>
                </a:cubicBezTo>
                <a:cubicBezTo>
                  <a:pt x="272992" y="438460"/>
                  <a:pt x="258561" y="428849"/>
                  <a:pt x="246534" y="418038"/>
                </a:cubicBezTo>
                <a:cubicBezTo>
                  <a:pt x="242927" y="422843"/>
                  <a:pt x="235711" y="432453"/>
                  <a:pt x="233306" y="446868"/>
                </a:cubicBezTo>
                <a:cubicBezTo>
                  <a:pt x="228495" y="464887"/>
                  <a:pt x="254953" y="491315"/>
                  <a:pt x="298246" y="512938"/>
                </a:cubicBezTo>
                <a:cubicBezTo>
                  <a:pt x="346351" y="539365"/>
                  <a:pt x="366795" y="574202"/>
                  <a:pt x="358377" y="601831"/>
                </a:cubicBezTo>
                <a:cubicBezTo>
                  <a:pt x="357174" y="604233"/>
                  <a:pt x="357174" y="605435"/>
                  <a:pt x="355972" y="607837"/>
                </a:cubicBezTo>
                <a:cubicBezTo>
                  <a:pt x="341540" y="641472"/>
                  <a:pt x="291031" y="667900"/>
                  <a:pt x="238116" y="690724"/>
                </a:cubicBezTo>
                <a:cubicBezTo>
                  <a:pt x="234508" y="691925"/>
                  <a:pt x="230901" y="693127"/>
                  <a:pt x="227293" y="694328"/>
                </a:cubicBezTo>
                <a:cubicBezTo>
                  <a:pt x="93804" y="641472"/>
                  <a:pt x="0" y="511736"/>
                  <a:pt x="0" y="360378"/>
                </a:cubicBezTo>
                <a:cubicBezTo>
                  <a:pt x="0" y="162170"/>
                  <a:pt x="161149" y="0"/>
                  <a:pt x="359579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4">
                  <a:lumMod val="50000"/>
                </a:schemeClr>
              </a:gs>
              <a:gs pos="42000">
                <a:srgbClr val="FFC000"/>
              </a:gs>
              <a:gs pos="74000">
                <a:schemeClr val="accent4">
                  <a:lumMod val="50000"/>
                </a:schemeClr>
              </a:gs>
              <a:gs pos="93000">
                <a:schemeClr val="accent4">
                  <a:lumMod val="75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>
            <p:custDataLst>
              <p:tags r:id="rId5"/>
            </p:custDataLst>
          </p:nvPr>
        </p:nvSpPr>
        <p:spPr>
          <a:xfrm>
            <a:off x="493920" y="173989"/>
            <a:ext cx="4194958" cy="74612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3800" spc="100" dirty="0">
                <a:solidFill>
                  <a:schemeClr val="bg1"/>
                </a:solidFill>
                <a:latin typeface="华文中宋" panose="02010600040101010101" charset="-122"/>
                <a:ea typeface="华文中宋" panose="02010600040101010101" charset="-122"/>
                <a:sym typeface="+mn-ea"/>
              </a:rPr>
              <a:t>3.</a:t>
            </a:r>
            <a:r>
              <a:rPr lang="zh-CN" altLang="en-US" sz="3800" spc="100" dirty="0">
                <a:solidFill>
                  <a:schemeClr val="bg1"/>
                </a:solidFill>
                <a:latin typeface="华文中宋" panose="02010600040101010101" charset="-122"/>
                <a:ea typeface="华文中宋" panose="02010600040101010101" charset="-122"/>
                <a:sym typeface="+mn-ea"/>
              </a:rPr>
              <a:t>程序运行与测试</a:t>
            </a:r>
            <a:endParaRPr lang="zh-CN" altLang="en-US" sz="3800" spc="100" dirty="0">
              <a:solidFill>
                <a:schemeClr val="bg1"/>
              </a:solidFill>
              <a:latin typeface="华文中宋" panose="02010600040101010101" charset="-122"/>
              <a:ea typeface="华文中宋" panose="02010600040101010101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563245" y="1597025"/>
            <a:ext cx="2063077" cy="1250"/>
          </a:xfrm>
          <a:prstGeom prst="line">
            <a:avLst/>
          </a:prstGeom>
          <a:ln w="31750">
            <a:gradFill>
              <a:gsLst>
                <a:gs pos="0">
                  <a:schemeClr val="accent1">
                    <a:hueOff val="-4200000"/>
                  </a:schemeClr>
                </a:gs>
                <a:gs pos="100000">
                  <a:schemeClr val="accent1"/>
                </a:gs>
              </a:gsLst>
            </a:gra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2" name="文本框 11"/>
          <p:cNvSpPr txBox="1"/>
          <p:nvPr/>
        </p:nvSpPr>
        <p:spPr>
          <a:xfrm>
            <a:off x="894605" y="5025379"/>
            <a:ext cx="10576331" cy="461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en-US" altLang="zh-CN" sz="2400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		 </a:t>
            </a:r>
            <a:r>
              <a:rPr lang="zh-CN" altLang="en-US" sz="2400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准备好相应的配置文件与首页</a:t>
            </a:r>
            <a:r>
              <a:rPr lang="en-US" altLang="zh-CN" sz="2400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HTML</a:t>
            </a:r>
            <a:r>
              <a:rPr lang="zh-CN" altLang="en-US" sz="2400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，并按如图所示的结构放置</a:t>
            </a:r>
            <a:endParaRPr lang="zh-CN" altLang="en-US" sz="2400" dirty="0">
              <a:solidFill>
                <a:srgbClr val="000000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+mn-ea"/>
            </a:endParaRPr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93530" y="2388801"/>
            <a:ext cx="2009775" cy="1571625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47055" y="2740660"/>
            <a:ext cx="4508500" cy="900430"/>
          </a:xfrm>
          <a:prstGeom prst="rect">
            <a:avLst/>
          </a:prstGeom>
        </p:spPr>
      </p:pic>
      <p:sp>
        <p:nvSpPr>
          <p:cNvPr id="22" name="文本框 21"/>
          <p:cNvSpPr txBox="1"/>
          <p:nvPr/>
        </p:nvSpPr>
        <p:spPr>
          <a:xfrm>
            <a:off x="1876926" y="4199619"/>
            <a:ext cx="22589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latin typeface="华文中宋" panose="02010600040101010101" charset="-122"/>
                <a:ea typeface="华文中宋" panose="02010600040101010101" charset="-122"/>
              </a:rPr>
              <a:t>本地文件的存储结构</a:t>
            </a:r>
            <a:endParaRPr lang="zh-CN" altLang="en-US" dirty="0"/>
          </a:p>
        </p:txBody>
      </p:sp>
      <p:sp>
        <p:nvSpPr>
          <p:cNvPr id="27" name="文本框 26"/>
          <p:cNvSpPr txBox="1"/>
          <p:nvPr/>
        </p:nvSpPr>
        <p:spPr>
          <a:xfrm>
            <a:off x="7454248" y="4199619"/>
            <a:ext cx="22589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latin typeface="华文中宋" panose="02010600040101010101" charset="-122"/>
                <a:ea typeface="华文中宋" panose="02010600040101010101" charset="-122"/>
              </a:rPr>
              <a:t>配置文件的内容</a:t>
            </a:r>
            <a:endParaRPr lang="zh-CN" altLang="en-US" dirty="0">
              <a:latin typeface="华文中宋" panose="02010600040101010101" charset="-122"/>
              <a:ea typeface="华文中宋" panose="02010600040101010101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>
        <p159:morph option="byObject"/>
      </p:transition>
    </mc:Choice>
    <mc:Fallback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对角圆角矩形 1"/>
          <p:cNvSpPr/>
          <p:nvPr>
            <p:custDataLst>
              <p:tags r:id="rId1"/>
            </p:custDataLst>
          </p:nvPr>
        </p:nvSpPr>
        <p:spPr>
          <a:xfrm>
            <a:off x="-397323" y="292"/>
            <a:ext cx="13160188" cy="956889"/>
          </a:xfrm>
          <a:prstGeom prst="round2DiagRect">
            <a:avLst>
              <a:gd name="adj1" fmla="val 50000"/>
              <a:gd name="adj2" fmla="val 0"/>
            </a:avLst>
          </a:prstGeom>
          <a:gradFill>
            <a:gsLst>
              <a:gs pos="0">
                <a:srgbClr val="5D9D72">
                  <a:alpha val="100000"/>
                </a:srgbClr>
              </a:gs>
              <a:gs pos="49000">
                <a:srgbClr val="6EA844"/>
              </a:gs>
              <a:gs pos="100000">
                <a:srgbClr val="1D7546"/>
              </a:gs>
            </a:gsLst>
            <a:lin ang="10800000" scaled="0"/>
          </a:gradFill>
          <a:ln>
            <a:noFill/>
          </a:ln>
          <a:effectLst>
            <a:outerShdw blurRad="50800" dist="38100" dir="2700000" algn="tl" rotWithShape="0">
              <a:prstClr val="black">
                <a:alpha val="2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3" name="图片 2" descr="带字透明底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rcRect t="29740" b="22457"/>
          <a:stretch>
            <a:fillRect/>
          </a:stretch>
        </p:blipFill>
        <p:spPr>
          <a:xfrm>
            <a:off x="9144000" y="103505"/>
            <a:ext cx="3048000" cy="746125"/>
          </a:xfrm>
          <a:prstGeom prst="rect">
            <a:avLst/>
          </a:prstGeom>
        </p:spPr>
      </p:pic>
      <p:sp>
        <p:nvSpPr>
          <p:cNvPr id="20" name="文本框 19"/>
          <p:cNvSpPr txBox="1"/>
          <p:nvPr>
            <p:custDataLst>
              <p:tags r:id="rId4"/>
            </p:custDataLst>
          </p:nvPr>
        </p:nvSpPr>
        <p:spPr>
          <a:xfrm>
            <a:off x="440055" y="1075055"/>
            <a:ext cx="3423801" cy="52322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5400">
                <a:ln w="38100">
                  <a:noFill/>
                </a:ln>
                <a:solidFill>
                  <a:srgbClr val="CA0000"/>
                </a:solidFill>
                <a:latin typeface="+mj-ea"/>
                <a:ea typeface="+mj-ea"/>
              </a:defRPr>
            </a:lvl1pPr>
          </a:lstStyle>
          <a:p>
            <a:r>
              <a:rPr lang="zh-CN" altLang="en-US" sz="2800" dirty="0">
                <a:solidFill>
                  <a:srgbClr val="2E461C"/>
                </a:solidFill>
                <a:latin typeface="华文中宋" panose="02010600040101010101" charset="-122"/>
                <a:ea typeface="华文中宋" panose="02010600040101010101" charset="-122"/>
                <a:sym typeface="+mn-ea"/>
              </a:rPr>
              <a:t>运行程序，开始监听</a:t>
            </a:r>
            <a:endParaRPr lang="zh-CN" altLang="en-US" sz="2800" dirty="0">
              <a:solidFill>
                <a:srgbClr val="2E461C"/>
              </a:solidFill>
              <a:latin typeface="华文中宋" panose="02010600040101010101" charset="-122"/>
              <a:ea typeface="华文中宋" panose="02010600040101010101" charset="-122"/>
              <a:sym typeface="+mn-ea"/>
            </a:endParaRPr>
          </a:p>
        </p:txBody>
      </p:sp>
      <p:sp>
        <p:nvSpPr>
          <p:cNvPr id="19" name="任意多边形: 形状 3"/>
          <p:cNvSpPr/>
          <p:nvPr/>
        </p:nvSpPr>
        <p:spPr>
          <a:xfrm>
            <a:off x="-497205" y="-2540"/>
            <a:ext cx="984250" cy="959485"/>
          </a:xfrm>
          <a:custGeom>
            <a:avLst/>
            <a:gdLst>
              <a:gd name="connsiteX0" fmla="*/ 365592 w 719551"/>
              <a:gd name="connsiteY0" fmla="*/ 49251 h 694328"/>
              <a:gd name="connsiteX1" fmla="*/ 383631 w 719551"/>
              <a:gd name="connsiteY1" fmla="*/ 88893 h 694328"/>
              <a:gd name="connsiteX2" fmla="*/ 371605 w 719551"/>
              <a:gd name="connsiteY2" fmla="*/ 228239 h 694328"/>
              <a:gd name="connsiteX3" fmla="*/ 364390 w 719551"/>
              <a:gd name="connsiteY3" fmla="*/ 245057 h 694328"/>
              <a:gd name="connsiteX4" fmla="*/ 333122 w 719551"/>
              <a:gd name="connsiteY4" fmla="*/ 103308 h 694328"/>
              <a:gd name="connsiteX5" fmla="*/ 365592 w 719551"/>
              <a:gd name="connsiteY5" fmla="*/ 49251 h 694328"/>
              <a:gd name="connsiteX6" fmla="*/ 359579 w 719551"/>
              <a:gd name="connsiteY6" fmla="*/ 0 h 694328"/>
              <a:gd name="connsiteX7" fmla="*/ 691893 w 719551"/>
              <a:gd name="connsiteY7" fmla="*/ 220450 h 694328"/>
              <a:gd name="connsiteX8" fmla="*/ 712525 w 719551"/>
              <a:gd name="connsiteY8" fmla="*/ 286472 h 694328"/>
              <a:gd name="connsiteX9" fmla="*/ 719551 w 719551"/>
              <a:gd name="connsiteY9" fmla="*/ 356173 h 694328"/>
              <a:gd name="connsiteX10" fmla="*/ 712152 w 719551"/>
              <a:gd name="connsiteY10" fmla="*/ 429569 h 694328"/>
              <a:gd name="connsiteX11" fmla="*/ 694106 w 719551"/>
              <a:gd name="connsiteY11" fmla="*/ 487706 h 694328"/>
              <a:gd name="connsiteX12" fmla="*/ 671448 w 719551"/>
              <a:gd name="connsiteY12" fmla="*/ 533826 h 694328"/>
              <a:gd name="connsiteX13" fmla="*/ 657355 w 719551"/>
              <a:gd name="connsiteY13" fmla="*/ 559790 h 694328"/>
              <a:gd name="connsiteX14" fmla="*/ 634026 w 719551"/>
              <a:gd name="connsiteY14" fmla="*/ 588066 h 694328"/>
              <a:gd name="connsiteX15" fmla="*/ 601635 w 719551"/>
              <a:gd name="connsiteY15" fmla="*/ 622971 h 694328"/>
              <a:gd name="connsiteX16" fmla="*/ 567891 w 719551"/>
              <a:gd name="connsiteY16" fmla="*/ 650812 h 694328"/>
              <a:gd name="connsiteX17" fmla="*/ 515863 w 719551"/>
              <a:gd name="connsiteY17" fmla="*/ 681565 h 694328"/>
              <a:gd name="connsiteX18" fmla="*/ 497126 w 719551"/>
              <a:gd name="connsiteY18" fmla="*/ 691735 h 694328"/>
              <a:gd name="connsiteX19" fmla="*/ 491302 w 719551"/>
              <a:gd name="connsiteY19" fmla="*/ 693543 h 694328"/>
              <a:gd name="connsiteX20" fmla="*/ 482245 w 719551"/>
              <a:gd name="connsiteY20" fmla="*/ 689523 h 694328"/>
              <a:gd name="connsiteX21" fmla="*/ 364390 w 719551"/>
              <a:gd name="connsiteY21" fmla="*/ 609038 h 694328"/>
              <a:gd name="connsiteX22" fmla="*/ 361985 w 719551"/>
              <a:gd name="connsiteY22" fmla="*/ 601831 h 694328"/>
              <a:gd name="connsiteX23" fmla="*/ 424520 w 719551"/>
              <a:gd name="connsiteY23" fmla="*/ 512938 h 694328"/>
              <a:gd name="connsiteX24" fmla="*/ 489461 w 719551"/>
              <a:gd name="connsiteY24" fmla="*/ 446868 h 694328"/>
              <a:gd name="connsiteX25" fmla="*/ 475029 w 719551"/>
              <a:gd name="connsiteY25" fmla="*/ 418038 h 694328"/>
              <a:gd name="connsiteX26" fmla="*/ 430533 w 719551"/>
              <a:gd name="connsiteY26" fmla="*/ 445667 h 694328"/>
              <a:gd name="connsiteX27" fmla="*/ 424520 w 719551"/>
              <a:gd name="connsiteY27" fmla="*/ 512938 h 694328"/>
              <a:gd name="connsiteX28" fmla="*/ 416102 w 719551"/>
              <a:gd name="connsiteY28" fmla="*/ 377195 h 694328"/>
              <a:gd name="connsiteX29" fmla="*/ 424520 w 719551"/>
              <a:gd name="connsiteY29" fmla="*/ 243855 h 694328"/>
              <a:gd name="connsiteX30" fmla="*/ 489461 w 719551"/>
              <a:gd name="connsiteY30" fmla="*/ 177786 h 694328"/>
              <a:gd name="connsiteX31" fmla="*/ 471422 w 719551"/>
              <a:gd name="connsiteY31" fmla="*/ 144151 h 694328"/>
              <a:gd name="connsiteX32" fmla="*/ 432938 w 719551"/>
              <a:gd name="connsiteY32" fmla="*/ 315931 h 694328"/>
              <a:gd name="connsiteX33" fmla="*/ 418507 w 719551"/>
              <a:gd name="connsiteY33" fmla="*/ 375994 h 694328"/>
              <a:gd name="connsiteX34" fmla="*/ 422115 w 719551"/>
              <a:gd name="connsiteY34" fmla="*/ 374793 h 694328"/>
              <a:gd name="connsiteX35" fmla="*/ 511108 w 719551"/>
              <a:gd name="connsiteY35" fmla="*/ 266679 h 694328"/>
              <a:gd name="connsiteX36" fmla="*/ 476232 w 719551"/>
              <a:gd name="connsiteY36" fmla="*/ 416837 h 694328"/>
              <a:gd name="connsiteX37" fmla="*/ 432938 w 719551"/>
              <a:gd name="connsiteY37" fmla="*/ 586214 h 694328"/>
              <a:gd name="connsiteX38" fmla="*/ 420912 w 719551"/>
              <a:gd name="connsiteY38" fmla="*/ 647479 h 694328"/>
              <a:gd name="connsiteX39" fmla="*/ 680675 w 719551"/>
              <a:gd name="connsiteY39" fmla="*/ 332749 h 694328"/>
              <a:gd name="connsiteX40" fmla="*/ 359579 w 719551"/>
              <a:gd name="connsiteY40" fmla="*/ 13214 h 694328"/>
              <a:gd name="connsiteX41" fmla="*/ 39686 w 719551"/>
              <a:gd name="connsiteY41" fmla="*/ 332749 h 694328"/>
              <a:gd name="connsiteX42" fmla="*/ 301854 w 719551"/>
              <a:gd name="connsiteY42" fmla="*/ 648680 h 694328"/>
              <a:gd name="connsiteX43" fmla="*/ 288626 w 719551"/>
              <a:gd name="connsiteY43" fmla="*/ 586214 h 694328"/>
              <a:gd name="connsiteX44" fmla="*/ 245332 w 719551"/>
              <a:gd name="connsiteY44" fmla="*/ 416837 h 694328"/>
              <a:gd name="connsiteX45" fmla="*/ 211659 w 719551"/>
              <a:gd name="connsiteY45" fmla="*/ 266679 h 694328"/>
              <a:gd name="connsiteX46" fmla="*/ 299449 w 719551"/>
              <a:gd name="connsiteY46" fmla="*/ 374793 h 694328"/>
              <a:gd name="connsiteX47" fmla="*/ 303057 w 719551"/>
              <a:gd name="connsiteY47" fmla="*/ 375994 h 694328"/>
              <a:gd name="connsiteX48" fmla="*/ 288626 w 719551"/>
              <a:gd name="connsiteY48" fmla="*/ 315931 h 694328"/>
              <a:gd name="connsiteX49" fmla="*/ 250142 w 719551"/>
              <a:gd name="connsiteY49" fmla="*/ 144151 h 694328"/>
              <a:gd name="connsiteX50" fmla="*/ 233306 w 719551"/>
              <a:gd name="connsiteY50" fmla="*/ 177786 h 694328"/>
              <a:gd name="connsiteX51" fmla="*/ 298246 w 719551"/>
              <a:gd name="connsiteY51" fmla="*/ 243855 h 694328"/>
              <a:gd name="connsiteX52" fmla="*/ 306665 w 719551"/>
              <a:gd name="connsiteY52" fmla="*/ 377195 h 694328"/>
              <a:gd name="connsiteX53" fmla="*/ 298246 w 719551"/>
              <a:gd name="connsiteY53" fmla="*/ 512938 h 694328"/>
              <a:gd name="connsiteX54" fmla="*/ 291031 w 719551"/>
              <a:gd name="connsiteY54" fmla="*/ 445667 h 694328"/>
              <a:gd name="connsiteX55" fmla="*/ 246534 w 719551"/>
              <a:gd name="connsiteY55" fmla="*/ 418038 h 694328"/>
              <a:gd name="connsiteX56" fmla="*/ 233306 w 719551"/>
              <a:gd name="connsiteY56" fmla="*/ 446868 h 694328"/>
              <a:gd name="connsiteX57" fmla="*/ 298246 w 719551"/>
              <a:gd name="connsiteY57" fmla="*/ 512938 h 694328"/>
              <a:gd name="connsiteX58" fmla="*/ 358377 w 719551"/>
              <a:gd name="connsiteY58" fmla="*/ 601831 h 694328"/>
              <a:gd name="connsiteX59" fmla="*/ 355972 w 719551"/>
              <a:gd name="connsiteY59" fmla="*/ 607837 h 694328"/>
              <a:gd name="connsiteX60" fmla="*/ 238116 w 719551"/>
              <a:gd name="connsiteY60" fmla="*/ 690724 h 694328"/>
              <a:gd name="connsiteX61" fmla="*/ 227293 w 719551"/>
              <a:gd name="connsiteY61" fmla="*/ 694328 h 694328"/>
              <a:gd name="connsiteX62" fmla="*/ 0 w 719551"/>
              <a:gd name="connsiteY62" fmla="*/ 360378 h 694328"/>
              <a:gd name="connsiteX63" fmla="*/ 359579 w 719551"/>
              <a:gd name="connsiteY63" fmla="*/ 0 h 6943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</a:cxnLst>
            <a:rect l="l" t="t" r="r" b="b"/>
            <a:pathLst>
              <a:path w="719551" h="694328">
                <a:moveTo>
                  <a:pt x="365592" y="49251"/>
                </a:moveTo>
                <a:cubicBezTo>
                  <a:pt x="365592" y="54056"/>
                  <a:pt x="383631" y="88893"/>
                  <a:pt x="383631" y="88893"/>
                </a:cubicBezTo>
                <a:cubicBezTo>
                  <a:pt x="426925" y="153761"/>
                  <a:pt x="372808" y="225837"/>
                  <a:pt x="371605" y="228239"/>
                </a:cubicBezTo>
                <a:cubicBezTo>
                  <a:pt x="369200" y="230642"/>
                  <a:pt x="364390" y="239050"/>
                  <a:pt x="364390" y="245057"/>
                </a:cubicBezTo>
                <a:cubicBezTo>
                  <a:pt x="300652" y="199409"/>
                  <a:pt x="318691" y="126132"/>
                  <a:pt x="333122" y="103308"/>
                </a:cubicBezTo>
                <a:cubicBezTo>
                  <a:pt x="348756" y="79283"/>
                  <a:pt x="365592" y="49251"/>
                  <a:pt x="365592" y="49251"/>
                </a:cubicBezTo>
                <a:close/>
                <a:moveTo>
                  <a:pt x="359579" y="0"/>
                </a:moveTo>
                <a:cubicBezTo>
                  <a:pt x="508402" y="0"/>
                  <a:pt x="636930" y="91220"/>
                  <a:pt x="691893" y="220450"/>
                </a:cubicBezTo>
                <a:lnTo>
                  <a:pt x="712525" y="286472"/>
                </a:lnTo>
                <a:lnTo>
                  <a:pt x="719551" y="356173"/>
                </a:lnTo>
                <a:cubicBezTo>
                  <a:pt x="719551" y="381315"/>
                  <a:pt x="717004" y="405861"/>
                  <a:pt x="712152" y="429569"/>
                </a:cubicBezTo>
                <a:lnTo>
                  <a:pt x="694106" y="487706"/>
                </a:lnTo>
                <a:lnTo>
                  <a:pt x="671448" y="533826"/>
                </a:lnTo>
                <a:lnTo>
                  <a:pt x="657355" y="559790"/>
                </a:lnTo>
                <a:lnTo>
                  <a:pt x="634026" y="588066"/>
                </a:lnTo>
                <a:lnTo>
                  <a:pt x="601635" y="622971"/>
                </a:lnTo>
                <a:lnTo>
                  <a:pt x="567891" y="650812"/>
                </a:lnTo>
                <a:lnTo>
                  <a:pt x="515863" y="681565"/>
                </a:lnTo>
                <a:lnTo>
                  <a:pt x="497126" y="691735"/>
                </a:lnTo>
                <a:lnTo>
                  <a:pt x="491302" y="693543"/>
                </a:lnTo>
                <a:lnTo>
                  <a:pt x="482245" y="689523"/>
                </a:lnTo>
                <a:cubicBezTo>
                  <a:pt x="430533" y="667900"/>
                  <a:pt x="378821" y="641472"/>
                  <a:pt x="364390" y="609038"/>
                </a:cubicBezTo>
                <a:cubicBezTo>
                  <a:pt x="363187" y="605435"/>
                  <a:pt x="361985" y="604233"/>
                  <a:pt x="361985" y="601831"/>
                </a:cubicBezTo>
                <a:cubicBezTo>
                  <a:pt x="353566" y="574202"/>
                  <a:pt x="375213" y="539365"/>
                  <a:pt x="424520" y="512938"/>
                </a:cubicBezTo>
                <a:cubicBezTo>
                  <a:pt x="466611" y="491315"/>
                  <a:pt x="493069" y="464887"/>
                  <a:pt x="489461" y="446868"/>
                </a:cubicBezTo>
                <a:cubicBezTo>
                  <a:pt x="485853" y="432453"/>
                  <a:pt x="479840" y="422843"/>
                  <a:pt x="475029" y="418038"/>
                </a:cubicBezTo>
                <a:cubicBezTo>
                  <a:pt x="463003" y="428849"/>
                  <a:pt x="448572" y="438460"/>
                  <a:pt x="430533" y="445667"/>
                </a:cubicBezTo>
                <a:cubicBezTo>
                  <a:pt x="384834" y="470894"/>
                  <a:pt x="424520" y="512938"/>
                  <a:pt x="424520" y="512938"/>
                </a:cubicBezTo>
                <a:cubicBezTo>
                  <a:pt x="396860" y="509334"/>
                  <a:pt x="328312" y="428849"/>
                  <a:pt x="416102" y="377195"/>
                </a:cubicBezTo>
                <a:cubicBezTo>
                  <a:pt x="386037" y="366384"/>
                  <a:pt x="335527" y="290705"/>
                  <a:pt x="424520" y="243855"/>
                </a:cubicBezTo>
                <a:cubicBezTo>
                  <a:pt x="466611" y="221032"/>
                  <a:pt x="493069" y="195805"/>
                  <a:pt x="489461" y="177786"/>
                </a:cubicBezTo>
                <a:cubicBezTo>
                  <a:pt x="484650" y="156164"/>
                  <a:pt x="471422" y="144151"/>
                  <a:pt x="471422" y="144151"/>
                </a:cubicBezTo>
                <a:cubicBezTo>
                  <a:pt x="501487" y="164572"/>
                  <a:pt x="592885" y="222233"/>
                  <a:pt x="432938" y="315931"/>
                </a:cubicBezTo>
                <a:cubicBezTo>
                  <a:pt x="394455" y="337554"/>
                  <a:pt x="411291" y="367585"/>
                  <a:pt x="418507" y="375994"/>
                </a:cubicBezTo>
                <a:cubicBezTo>
                  <a:pt x="419710" y="375994"/>
                  <a:pt x="420912" y="374793"/>
                  <a:pt x="422115" y="374793"/>
                </a:cubicBezTo>
                <a:cubicBezTo>
                  <a:pt x="518323" y="323139"/>
                  <a:pt x="511108" y="266679"/>
                  <a:pt x="511108" y="266679"/>
                </a:cubicBezTo>
                <a:cubicBezTo>
                  <a:pt x="529147" y="287101"/>
                  <a:pt x="531552" y="365183"/>
                  <a:pt x="476232" y="416837"/>
                </a:cubicBezTo>
                <a:cubicBezTo>
                  <a:pt x="509905" y="439661"/>
                  <a:pt x="584467" y="496120"/>
                  <a:pt x="432938" y="586214"/>
                </a:cubicBezTo>
                <a:cubicBezTo>
                  <a:pt x="388442" y="610240"/>
                  <a:pt x="418507" y="646277"/>
                  <a:pt x="420912" y="647479"/>
                </a:cubicBezTo>
                <a:cubicBezTo>
                  <a:pt x="568833" y="619850"/>
                  <a:pt x="680675" y="488912"/>
                  <a:pt x="680675" y="332749"/>
                </a:cubicBezTo>
                <a:cubicBezTo>
                  <a:pt x="680675" y="157365"/>
                  <a:pt x="536362" y="13214"/>
                  <a:pt x="359579" y="13214"/>
                </a:cubicBezTo>
                <a:cubicBezTo>
                  <a:pt x="182796" y="13214"/>
                  <a:pt x="39686" y="157365"/>
                  <a:pt x="39686" y="332749"/>
                </a:cubicBezTo>
                <a:cubicBezTo>
                  <a:pt x="39686" y="490114"/>
                  <a:pt x="152731" y="621051"/>
                  <a:pt x="301854" y="648680"/>
                </a:cubicBezTo>
                <a:cubicBezTo>
                  <a:pt x="301854" y="648680"/>
                  <a:pt x="334325" y="610240"/>
                  <a:pt x="288626" y="586214"/>
                </a:cubicBezTo>
                <a:cubicBezTo>
                  <a:pt x="137097" y="496120"/>
                  <a:pt x="212861" y="439661"/>
                  <a:pt x="245332" y="416837"/>
                </a:cubicBezTo>
                <a:cubicBezTo>
                  <a:pt x="190012" y="365183"/>
                  <a:pt x="193620" y="287101"/>
                  <a:pt x="211659" y="266679"/>
                </a:cubicBezTo>
                <a:cubicBezTo>
                  <a:pt x="211659" y="266679"/>
                  <a:pt x="204443" y="323139"/>
                  <a:pt x="299449" y="374793"/>
                </a:cubicBezTo>
                <a:cubicBezTo>
                  <a:pt x="300652" y="374793"/>
                  <a:pt x="301854" y="375994"/>
                  <a:pt x="303057" y="375994"/>
                </a:cubicBezTo>
                <a:cubicBezTo>
                  <a:pt x="310273" y="367585"/>
                  <a:pt x="327109" y="337554"/>
                  <a:pt x="288626" y="315931"/>
                </a:cubicBezTo>
                <a:cubicBezTo>
                  <a:pt x="128679" y="222233"/>
                  <a:pt x="220077" y="164572"/>
                  <a:pt x="250142" y="144151"/>
                </a:cubicBezTo>
                <a:cubicBezTo>
                  <a:pt x="250142" y="144151"/>
                  <a:pt x="238116" y="156164"/>
                  <a:pt x="233306" y="177786"/>
                </a:cubicBezTo>
                <a:cubicBezTo>
                  <a:pt x="228495" y="195805"/>
                  <a:pt x="254953" y="221032"/>
                  <a:pt x="298246" y="243855"/>
                </a:cubicBezTo>
                <a:cubicBezTo>
                  <a:pt x="386037" y="290705"/>
                  <a:pt x="335527" y="366384"/>
                  <a:pt x="306665" y="377195"/>
                </a:cubicBezTo>
                <a:cubicBezTo>
                  <a:pt x="393252" y="428849"/>
                  <a:pt x="325906" y="509334"/>
                  <a:pt x="298246" y="512938"/>
                </a:cubicBezTo>
                <a:cubicBezTo>
                  <a:pt x="298246" y="512938"/>
                  <a:pt x="336730" y="470894"/>
                  <a:pt x="291031" y="445667"/>
                </a:cubicBezTo>
                <a:cubicBezTo>
                  <a:pt x="272992" y="438460"/>
                  <a:pt x="258561" y="428849"/>
                  <a:pt x="246534" y="418038"/>
                </a:cubicBezTo>
                <a:cubicBezTo>
                  <a:pt x="242927" y="422843"/>
                  <a:pt x="235711" y="432453"/>
                  <a:pt x="233306" y="446868"/>
                </a:cubicBezTo>
                <a:cubicBezTo>
                  <a:pt x="228495" y="464887"/>
                  <a:pt x="254953" y="491315"/>
                  <a:pt x="298246" y="512938"/>
                </a:cubicBezTo>
                <a:cubicBezTo>
                  <a:pt x="346351" y="539365"/>
                  <a:pt x="366795" y="574202"/>
                  <a:pt x="358377" y="601831"/>
                </a:cubicBezTo>
                <a:cubicBezTo>
                  <a:pt x="357174" y="604233"/>
                  <a:pt x="357174" y="605435"/>
                  <a:pt x="355972" y="607837"/>
                </a:cubicBezTo>
                <a:cubicBezTo>
                  <a:pt x="341540" y="641472"/>
                  <a:pt x="291031" y="667900"/>
                  <a:pt x="238116" y="690724"/>
                </a:cubicBezTo>
                <a:cubicBezTo>
                  <a:pt x="234508" y="691925"/>
                  <a:pt x="230901" y="693127"/>
                  <a:pt x="227293" y="694328"/>
                </a:cubicBezTo>
                <a:cubicBezTo>
                  <a:pt x="93804" y="641472"/>
                  <a:pt x="0" y="511736"/>
                  <a:pt x="0" y="360378"/>
                </a:cubicBezTo>
                <a:cubicBezTo>
                  <a:pt x="0" y="162170"/>
                  <a:pt x="161149" y="0"/>
                  <a:pt x="359579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4">
                  <a:lumMod val="50000"/>
                </a:schemeClr>
              </a:gs>
              <a:gs pos="42000">
                <a:srgbClr val="FFC000"/>
              </a:gs>
              <a:gs pos="74000">
                <a:schemeClr val="accent4">
                  <a:lumMod val="50000"/>
                </a:schemeClr>
              </a:gs>
              <a:gs pos="93000">
                <a:schemeClr val="accent4">
                  <a:lumMod val="75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>
            <p:custDataLst>
              <p:tags r:id="rId5"/>
            </p:custDataLst>
          </p:nvPr>
        </p:nvSpPr>
        <p:spPr>
          <a:xfrm>
            <a:off x="493920" y="173989"/>
            <a:ext cx="4194958" cy="74612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3800" spc="100" dirty="0">
                <a:solidFill>
                  <a:schemeClr val="bg1"/>
                </a:solidFill>
                <a:latin typeface="华文中宋" panose="02010600040101010101" charset="-122"/>
                <a:ea typeface="华文中宋" panose="02010600040101010101" charset="-122"/>
                <a:sym typeface="+mn-ea"/>
              </a:rPr>
              <a:t>3.</a:t>
            </a:r>
            <a:r>
              <a:rPr lang="zh-CN" altLang="en-US" sz="3800" spc="100" dirty="0">
                <a:solidFill>
                  <a:schemeClr val="bg1"/>
                </a:solidFill>
                <a:latin typeface="华文中宋" panose="02010600040101010101" charset="-122"/>
                <a:ea typeface="华文中宋" panose="02010600040101010101" charset="-122"/>
                <a:sym typeface="+mn-ea"/>
              </a:rPr>
              <a:t>程序运行与测试</a:t>
            </a:r>
            <a:endParaRPr lang="zh-CN" altLang="en-US" sz="3800" spc="100" dirty="0">
              <a:solidFill>
                <a:schemeClr val="bg1"/>
              </a:solidFill>
              <a:latin typeface="华文中宋" panose="02010600040101010101" charset="-122"/>
              <a:ea typeface="华文中宋" panose="02010600040101010101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563245" y="1597025"/>
            <a:ext cx="3121856" cy="1250"/>
          </a:xfrm>
          <a:prstGeom prst="line">
            <a:avLst/>
          </a:prstGeom>
          <a:ln w="31750">
            <a:gradFill>
              <a:gsLst>
                <a:gs pos="0">
                  <a:schemeClr val="accent1">
                    <a:hueOff val="-4200000"/>
                  </a:schemeClr>
                </a:gs>
                <a:gs pos="100000">
                  <a:schemeClr val="accent1"/>
                </a:gs>
              </a:gsLst>
            </a:gra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6" name="图片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32205" y="2406015"/>
            <a:ext cx="8973820" cy="2229485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4263189" y="5400380"/>
            <a:ext cx="366562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>
                <a:latin typeface="华文中宋" panose="02010600040101010101" charset="-122"/>
                <a:ea typeface="华文中宋" panose="02010600040101010101" charset="-122"/>
              </a:rPr>
              <a:t>程序初期内容执行成功，开始监听</a:t>
            </a:r>
            <a:endParaRPr lang="zh-CN" altLang="en-US" dirty="0">
              <a:latin typeface="华文中宋" panose="02010600040101010101" charset="-122"/>
              <a:ea typeface="华文中宋" panose="02010600040101010101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>
        <p159:morph option="byObject"/>
      </p:transition>
    </mc:Choice>
    <mc:Fallback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对角圆角矩形 1"/>
          <p:cNvSpPr/>
          <p:nvPr>
            <p:custDataLst>
              <p:tags r:id="rId1"/>
            </p:custDataLst>
          </p:nvPr>
        </p:nvSpPr>
        <p:spPr>
          <a:xfrm>
            <a:off x="-397323" y="292"/>
            <a:ext cx="13160188" cy="956889"/>
          </a:xfrm>
          <a:prstGeom prst="round2DiagRect">
            <a:avLst>
              <a:gd name="adj1" fmla="val 50000"/>
              <a:gd name="adj2" fmla="val 0"/>
            </a:avLst>
          </a:prstGeom>
          <a:gradFill>
            <a:gsLst>
              <a:gs pos="0">
                <a:srgbClr val="5D9D72">
                  <a:alpha val="100000"/>
                </a:srgbClr>
              </a:gs>
              <a:gs pos="49000">
                <a:srgbClr val="6EA844"/>
              </a:gs>
              <a:gs pos="100000">
                <a:srgbClr val="1D7546"/>
              </a:gs>
            </a:gsLst>
            <a:lin ang="10800000" scaled="0"/>
          </a:gradFill>
          <a:ln>
            <a:noFill/>
          </a:ln>
          <a:effectLst>
            <a:outerShdw blurRad="50800" dist="38100" dir="2700000" algn="tl" rotWithShape="0">
              <a:prstClr val="black">
                <a:alpha val="2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3" name="图片 2" descr="带字透明底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rcRect t="29740" b="22457"/>
          <a:stretch>
            <a:fillRect/>
          </a:stretch>
        </p:blipFill>
        <p:spPr>
          <a:xfrm>
            <a:off x="9144000" y="103505"/>
            <a:ext cx="3048000" cy="746125"/>
          </a:xfrm>
          <a:prstGeom prst="rect">
            <a:avLst/>
          </a:prstGeom>
        </p:spPr>
      </p:pic>
      <p:sp>
        <p:nvSpPr>
          <p:cNvPr id="20" name="文本框 19"/>
          <p:cNvSpPr txBox="1"/>
          <p:nvPr>
            <p:custDataLst>
              <p:tags r:id="rId4"/>
            </p:custDataLst>
          </p:nvPr>
        </p:nvSpPr>
        <p:spPr>
          <a:xfrm>
            <a:off x="440055" y="1075055"/>
            <a:ext cx="6311380" cy="52322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5400">
                <a:ln w="38100">
                  <a:noFill/>
                </a:ln>
                <a:solidFill>
                  <a:srgbClr val="CA0000"/>
                </a:solidFill>
                <a:latin typeface="+mj-ea"/>
                <a:ea typeface="+mj-ea"/>
              </a:defRPr>
            </a:lvl1pPr>
          </a:lstStyle>
          <a:p>
            <a:r>
              <a:rPr lang="zh-CN" altLang="en-US" sz="2800" dirty="0">
                <a:solidFill>
                  <a:srgbClr val="2E461C"/>
                </a:solidFill>
                <a:latin typeface="华文中宋" panose="02010600040101010101" charset="-122"/>
                <a:ea typeface="华文中宋" panose="02010600040101010101" charset="-122"/>
                <a:sym typeface="+mn-ea"/>
              </a:rPr>
              <a:t>通过浏览器访问</a:t>
            </a:r>
            <a:r>
              <a:rPr lang="en-US" altLang="zh-CN" sz="2800" dirty="0">
                <a:solidFill>
                  <a:srgbClr val="2E461C"/>
                </a:solidFill>
                <a:latin typeface="华文中宋" panose="02010600040101010101" charset="-122"/>
                <a:ea typeface="华文中宋" panose="02010600040101010101" charset="-122"/>
                <a:sym typeface="+mn-ea"/>
              </a:rPr>
              <a:t>Web</a:t>
            </a:r>
            <a:r>
              <a:rPr lang="zh-CN" altLang="en-US" sz="2800" dirty="0">
                <a:solidFill>
                  <a:srgbClr val="2E461C"/>
                </a:solidFill>
                <a:latin typeface="华文中宋" panose="02010600040101010101" charset="-122"/>
                <a:ea typeface="华文中宋" panose="02010600040101010101" charset="-122"/>
                <a:sym typeface="+mn-ea"/>
              </a:rPr>
              <a:t>服务器，测试功能</a:t>
            </a:r>
            <a:endParaRPr lang="zh-CN" altLang="en-US" sz="2800" dirty="0">
              <a:solidFill>
                <a:srgbClr val="2E461C"/>
              </a:solidFill>
              <a:latin typeface="华文中宋" panose="02010600040101010101" charset="-122"/>
              <a:ea typeface="华文中宋" panose="02010600040101010101" charset="-122"/>
              <a:sym typeface="+mn-ea"/>
            </a:endParaRPr>
          </a:p>
        </p:txBody>
      </p:sp>
      <p:sp>
        <p:nvSpPr>
          <p:cNvPr id="19" name="任意多边形: 形状 3"/>
          <p:cNvSpPr/>
          <p:nvPr/>
        </p:nvSpPr>
        <p:spPr>
          <a:xfrm>
            <a:off x="-497205" y="-2540"/>
            <a:ext cx="984250" cy="959485"/>
          </a:xfrm>
          <a:custGeom>
            <a:avLst/>
            <a:gdLst>
              <a:gd name="connsiteX0" fmla="*/ 365592 w 719551"/>
              <a:gd name="connsiteY0" fmla="*/ 49251 h 694328"/>
              <a:gd name="connsiteX1" fmla="*/ 383631 w 719551"/>
              <a:gd name="connsiteY1" fmla="*/ 88893 h 694328"/>
              <a:gd name="connsiteX2" fmla="*/ 371605 w 719551"/>
              <a:gd name="connsiteY2" fmla="*/ 228239 h 694328"/>
              <a:gd name="connsiteX3" fmla="*/ 364390 w 719551"/>
              <a:gd name="connsiteY3" fmla="*/ 245057 h 694328"/>
              <a:gd name="connsiteX4" fmla="*/ 333122 w 719551"/>
              <a:gd name="connsiteY4" fmla="*/ 103308 h 694328"/>
              <a:gd name="connsiteX5" fmla="*/ 365592 w 719551"/>
              <a:gd name="connsiteY5" fmla="*/ 49251 h 694328"/>
              <a:gd name="connsiteX6" fmla="*/ 359579 w 719551"/>
              <a:gd name="connsiteY6" fmla="*/ 0 h 694328"/>
              <a:gd name="connsiteX7" fmla="*/ 691893 w 719551"/>
              <a:gd name="connsiteY7" fmla="*/ 220450 h 694328"/>
              <a:gd name="connsiteX8" fmla="*/ 712525 w 719551"/>
              <a:gd name="connsiteY8" fmla="*/ 286472 h 694328"/>
              <a:gd name="connsiteX9" fmla="*/ 719551 w 719551"/>
              <a:gd name="connsiteY9" fmla="*/ 356173 h 694328"/>
              <a:gd name="connsiteX10" fmla="*/ 712152 w 719551"/>
              <a:gd name="connsiteY10" fmla="*/ 429569 h 694328"/>
              <a:gd name="connsiteX11" fmla="*/ 694106 w 719551"/>
              <a:gd name="connsiteY11" fmla="*/ 487706 h 694328"/>
              <a:gd name="connsiteX12" fmla="*/ 671448 w 719551"/>
              <a:gd name="connsiteY12" fmla="*/ 533826 h 694328"/>
              <a:gd name="connsiteX13" fmla="*/ 657355 w 719551"/>
              <a:gd name="connsiteY13" fmla="*/ 559790 h 694328"/>
              <a:gd name="connsiteX14" fmla="*/ 634026 w 719551"/>
              <a:gd name="connsiteY14" fmla="*/ 588066 h 694328"/>
              <a:gd name="connsiteX15" fmla="*/ 601635 w 719551"/>
              <a:gd name="connsiteY15" fmla="*/ 622971 h 694328"/>
              <a:gd name="connsiteX16" fmla="*/ 567891 w 719551"/>
              <a:gd name="connsiteY16" fmla="*/ 650812 h 694328"/>
              <a:gd name="connsiteX17" fmla="*/ 515863 w 719551"/>
              <a:gd name="connsiteY17" fmla="*/ 681565 h 694328"/>
              <a:gd name="connsiteX18" fmla="*/ 497126 w 719551"/>
              <a:gd name="connsiteY18" fmla="*/ 691735 h 694328"/>
              <a:gd name="connsiteX19" fmla="*/ 491302 w 719551"/>
              <a:gd name="connsiteY19" fmla="*/ 693543 h 694328"/>
              <a:gd name="connsiteX20" fmla="*/ 482245 w 719551"/>
              <a:gd name="connsiteY20" fmla="*/ 689523 h 694328"/>
              <a:gd name="connsiteX21" fmla="*/ 364390 w 719551"/>
              <a:gd name="connsiteY21" fmla="*/ 609038 h 694328"/>
              <a:gd name="connsiteX22" fmla="*/ 361985 w 719551"/>
              <a:gd name="connsiteY22" fmla="*/ 601831 h 694328"/>
              <a:gd name="connsiteX23" fmla="*/ 424520 w 719551"/>
              <a:gd name="connsiteY23" fmla="*/ 512938 h 694328"/>
              <a:gd name="connsiteX24" fmla="*/ 489461 w 719551"/>
              <a:gd name="connsiteY24" fmla="*/ 446868 h 694328"/>
              <a:gd name="connsiteX25" fmla="*/ 475029 w 719551"/>
              <a:gd name="connsiteY25" fmla="*/ 418038 h 694328"/>
              <a:gd name="connsiteX26" fmla="*/ 430533 w 719551"/>
              <a:gd name="connsiteY26" fmla="*/ 445667 h 694328"/>
              <a:gd name="connsiteX27" fmla="*/ 424520 w 719551"/>
              <a:gd name="connsiteY27" fmla="*/ 512938 h 694328"/>
              <a:gd name="connsiteX28" fmla="*/ 416102 w 719551"/>
              <a:gd name="connsiteY28" fmla="*/ 377195 h 694328"/>
              <a:gd name="connsiteX29" fmla="*/ 424520 w 719551"/>
              <a:gd name="connsiteY29" fmla="*/ 243855 h 694328"/>
              <a:gd name="connsiteX30" fmla="*/ 489461 w 719551"/>
              <a:gd name="connsiteY30" fmla="*/ 177786 h 694328"/>
              <a:gd name="connsiteX31" fmla="*/ 471422 w 719551"/>
              <a:gd name="connsiteY31" fmla="*/ 144151 h 694328"/>
              <a:gd name="connsiteX32" fmla="*/ 432938 w 719551"/>
              <a:gd name="connsiteY32" fmla="*/ 315931 h 694328"/>
              <a:gd name="connsiteX33" fmla="*/ 418507 w 719551"/>
              <a:gd name="connsiteY33" fmla="*/ 375994 h 694328"/>
              <a:gd name="connsiteX34" fmla="*/ 422115 w 719551"/>
              <a:gd name="connsiteY34" fmla="*/ 374793 h 694328"/>
              <a:gd name="connsiteX35" fmla="*/ 511108 w 719551"/>
              <a:gd name="connsiteY35" fmla="*/ 266679 h 694328"/>
              <a:gd name="connsiteX36" fmla="*/ 476232 w 719551"/>
              <a:gd name="connsiteY36" fmla="*/ 416837 h 694328"/>
              <a:gd name="connsiteX37" fmla="*/ 432938 w 719551"/>
              <a:gd name="connsiteY37" fmla="*/ 586214 h 694328"/>
              <a:gd name="connsiteX38" fmla="*/ 420912 w 719551"/>
              <a:gd name="connsiteY38" fmla="*/ 647479 h 694328"/>
              <a:gd name="connsiteX39" fmla="*/ 680675 w 719551"/>
              <a:gd name="connsiteY39" fmla="*/ 332749 h 694328"/>
              <a:gd name="connsiteX40" fmla="*/ 359579 w 719551"/>
              <a:gd name="connsiteY40" fmla="*/ 13214 h 694328"/>
              <a:gd name="connsiteX41" fmla="*/ 39686 w 719551"/>
              <a:gd name="connsiteY41" fmla="*/ 332749 h 694328"/>
              <a:gd name="connsiteX42" fmla="*/ 301854 w 719551"/>
              <a:gd name="connsiteY42" fmla="*/ 648680 h 694328"/>
              <a:gd name="connsiteX43" fmla="*/ 288626 w 719551"/>
              <a:gd name="connsiteY43" fmla="*/ 586214 h 694328"/>
              <a:gd name="connsiteX44" fmla="*/ 245332 w 719551"/>
              <a:gd name="connsiteY44" fmla="*/ 416837 h 694328"/>
              <a:gd name="connsiteX45" fmla="*/ 211659 w 719551"/>
              <a:gd name="connsiteY45" fmla="*/ 266679 h 694328"/>
              <a:gd name="connsiteX46" fmla="*/ 299449 w 719551"/>
              <a:gd name="connsiteY46" fmla="*/ 374793 h 694328"/>
              <a:gd name="connsiteX47" fmla="*/ 303057 w 719551"/>
              <a:gd name="connsiteY47" fmla="*/ 375994 h 694328"/>
              <a:gd name="connsiteX48" fmla="*/ 288626 w 719551"/>
              <a:gd name="connsiteY48" fmla="*/ 315931 h 694328"/>
              <a:gd name="connsiteX49" fmla="*/ 250142 w 719551"/>
              <a:gd name="connsiteY49" fmla="*/ 144151 h 694328"/>
              <a:gd name="connsiteX50" fmla="*/ 233306 w 719551"/>
              <a:gd name="connsiteY50" fmla="*/ 177786 h 694328"/>
              <a:gd name="connsiteX51" fmla="*/ 298246 w 719551"/>
              <a:gd name="connsiteY51" fmla="*/ 243855 h 694328"/>
              <a:gd name="connsiteX52" fmla="*/ 306665 w 719551"/>
              <a:gd name="connsiteY52" fmla="*/ 377195 h 694328"/>
              <a:gd name="connsiteX53" fmla="*/ 298246 w 719551"/>
              <a:gd name="connsiteY53" fmla="*/ 512938 h 694328"/>
              <a:gd name="connsiteX54" fmla="*/ 291031 w 719551"/>
              <a:gd name="connsiteY54" fmla="*/ 445667 h 694328"/>
              <a:gd name="connsiteX55" fmla="*/ 246534 w 719551"/>
              <a:gd name="connsiteY55" fmla="*/ 418038 h 694328"/>
              <a:gd name="connsiteX56" fmla="*/ 233306 w 719551"/>
              <a:gd name="connsiteY56" fmla="*/ 446868 h 694328"/>
              <a:gd name="connsiteX57" fmla="*/ 298246 w 719551"/>
              <a:gd name="connsiteY57" fmla="*/ 512938 h 694328"/>
              <a:gd name="connsiteX58" fmla="*/ 358377 w 719551"/>
              <a:gd name="connsiteY58" fmla="*/ 601831 h 694328"/>
              <a:gd name="connsiteX59" fmla="*/ 355972 w 719551"/>
              <a:gd name="connsiteY59" fmla="*/ 607837 h 694328"/>
              <a:gd name="connsiteX60" fmla="*/ 238116 w 719551"/>
              <a:gd name="connsiteY60" fmla="*/ 690724 h 694328"/>
              <a:gd name="connsiteX61" fmla="*/ 227293 w 719551"/>
              <a:gd name="connsiteY61" fmla="*/ 694328 h 694328"/>
              <a:gd name="connsiteX62" fmla="*/ 0 w 719551"/>
              <a:gd name="connsiteY62" fmla="*/ 360378 h 694328"/>
              <a:gd name="connsiteX63" fmla="*/ 359579 w 719551"/>
              <a:gd name="connsiteY63" fmla="*/ 0 h 6943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</a:cxnLst>
            <a:rect l="l" t="t" r="r" b="b"/>
            <a:pathLst>
              <a:path w="719551" h="694328">
                <a:moveTo>
                  <a:pt x="365592" y="49251"/>
                </a:moveTo>
                <a:cubicBezTo>
                  <a:pt x="365592" y="54056"/>
                  <a:pt x="383631" y="88893"/>
                  <a:pt x="383631" y="88893"/>
                </a:cubicBezTo>
                <a:cubicBezTo>
                  <a:pt x="426925" y="153761"/>
                  <a:pt x="372808" y="225837"/>
                  <a:pt x="371605" y="228239"/>
                </a:cubicBezTo>
                <a:cubicBezTo>
                  <a:pt x="369200" y="230642"/>
                  <a:pt x="364390" y="239050"/>
                  <a:pt x="364390" y="245057"/>
                </a:cubicBezTo>
                <a:cubicBezTo>
                  <a:pt x="300652" y="199409"/>
                  <a:pt x="318691" y="126132"/>
                  <a:pt x="333122" y="103308"/>
                </a:cubicBezTo>
                <a:cubicBezTo>
                  <a:pt x="348756" y="79283"/>
                  <a:pt x="365592" y="49251"/>
                  <a:pt x="365592" y="49251"/>
                </a:cubicBezTo>
                <a:close/>
                <a:moveTo>
                  <a:pt x="359579" y="0"/>
                </a:moveTo>
                <a:cubicBezTo>
                  <a:pt x="508402" y="0"/>
                  <a:pt x="636930" y="91220"/>
                  <a:pt x="691893" y="220450"/>
                </a:cubicBezTo>
                <a:lnTo>
                  <a:pt x="712525" y="286472"/>
                </a:lnTo>
                <a:lnTo>
                  <a:pt x="719551" y="356173"/>
                </a:lnTo>
                <a:cubicBezTo>
                  <a:pt x="719551" y="381315"/>
                  <a:pt x="717004" y="405861"/>
                  <a:pt x="712152" y="429569"/>
                </a:cubicBezTo>
                <a:lnTo>
                  <a:pt x="694106" y="487706"/>
                </a:lnTo>
                <a:lnTo>
                  <a:pt x="671448" y="533826"/>
                </a:lnTo>
                <a:lnTo>
                  <a:pt x="657355" y="559790"/>
                </a:lnTo>
                <a:lnTo>
                  <a:pt x="634026" y="588066"/>
                </a:lnTo>
                <a:lnTo>
                  <a:pt x="601635" y="622971"/>
                </a:lnTo>
                <a:lnTo>
                  <a:pt x="567891" y="650812"/>
                </a:lnTo>
                <a:lnTo>
                  <a:pt x="515863" y="681565"/>
                </a:lnTo>
                <a:lnTo>
                  <a:pt x="497126" y="691735"/>
                </a:lnTo>
                <a:lnTo>
                  <a:pt x="491302" y="693543"/>
                </a:lnTo>
                <a:lnTo>
                  <a:pt x="482245" y="689523"/>
                </a:lnTo>
                <a:cubicBezTo>
                  <a:pt x="430533" y="667900"/>
                  <a:pt x="378821" y="641472"/>
                  <a:pt x="364390" y="609038"/>
                </a:cubicBezTo>
                <a:cubicBezTo>
                  <a:pt x="363187" y="605435"/>
                  <a:pt x="361985" y="604233"/>
                  <a:pt x="361985" y="601831"/>
                </a:cubicBezTo>
                <a:cubicBezTo>
                  <a:pt x="353566" y="574202"/>
                  <a:pt x="375213" y="539365"/>
                  <a:pt x="424520" y="512938"/>
                </a:cubicBezTo>
                <a:cubicBezTo>
                  <a:pt x="466611" y="491315"/>
                  <a:pt x="493069" y="464887"/>
                  <a:pt x="489461" y="446868"/>
                </a:cubicBezTo>
                <a:cubicBezTo>
                  <a:pt x="485853" y="432453"/>
                  <a:pt x="479840" y="422843"/>
                  <a:pt x="475029" y="418038"/>
                </a:cubicBezTo>
                <a:cubicBezTo>
                  <a:pt x="463003" y="428849"/>
                  <a:pt x="448572" y="438460"/>
                  <a:pt x="430533" y="445667"/>
                </a:cubicBezTo>
                <a:cubicBezTo>
                  <a:pt x="384834" y="470894"/>
                  <a:pt x="424520" y="512938"/>
                  <a:pt x="424520" y="512938"/>
                </a:cubicBezTo>
                <a:cubicBezTo>
                  <a:pt x="396860" y="509334"/>
                  <a:pt x="328312" y="428849"/>
                  <a:pt x="416102" y="377195"/>
                </a:cubicBezTo>
                <a:cubicBezTo>
                  <a:pt x="386037" y="366384"/>
                  <a:pt x="335527" y="290705"/>
                  <a:pt x="424520" y="243855"/>
                </a:cubicBezTo>
                <a:cubicBezTo>
                  <a:pt x="466611" y="221032"/>
                  <a:pt x="493069" y="195805"/>
                  <a:pt x="489461" y="177786"/>
                </a:cubicBezTo>
                <a:cubicBezTo>
                  <a:pt x="484650" y="156164"/>
                  <a:pt x="471422" y="144151"/>
                  <a:pt x="471422" y="144151"/>
                </a:cubicBezTo>
                <a:cubicBezTo>
                  <a:pt x="501487" y="164572"/>
                  <a:pt x="592885" y="222233"/>
                  <a:pt x="432938" y="315931"/>
                </a:cubicBezTo>
                <a:cubicBezTo>
                  <a:pt x="394455" y="337554"/>
                  <a:pt x="411291" y="367585"/>
                  <a:pt x="418507" y="375994"/>
                </a:cubicBezTo>
                <a:cubicBezTo>
                  <a:pt x="419710" y="375994"/>
                  <a:pt x="420912" y="374793"/>
                  <a:pt x="422115" y="374793"/>
                </a:cubicBezTo>
                <a:cubicBezTo>
                  <a:pt x="518323" y="323139"/>
                  <a:pt x="511108" y="266679"/>
                  <a:pt x="511108" y="266679"/>
                </a:cubicBezTo>
                <a:cubicBezTo>
                  <a:pt x="529147" y="287101"/>
                  <a:pt x="531552" y="365183"/>
                  <a:pt x="476232" y="416837"/>
                </a:cubicBezTo>
                <a:cubicBezTo>
                  <a:pt x="509905" y="439661"/>
                  <a:pt x="584467" y="496120"/>
                  <a:pt x="432938" y="586214"/>
                </a:cubicBezTo>
                <a:cubicBezTo>
                  <a:pt x="388442" y="610240"/>
                  <a:pt x="418507" y="646277"/>
                  <a:pt x="420912" y="647479"/>
                </a:cubicBezTo>
                <a:cubicBezTo>
                  <a:pt x="568833" y="619850"/>
                  <a:pt x="680675" y="488912"/>
                  <a:pt x="680675" y="332749"/>
                </a:cubicBezTo>
                <a:cubicBezTo>
                  <a:pt x="680675" y="157365"/>
                  <a:pt x="536362" y="13214"/>
                  <a:pt x="359579" y="13214"/>
                </a:cubicBezTo>
                <a:cubicBezTo>
                  <a:pt x="182796" y="13214"/>
                  <a:pt x="39686" y="157365"/>
                  <a:pt x="39686" y="332749"/>
                </a:cubicBezTo>
                <a:cubicBezTo>
                  <a:pt x="39686" y="490114"/>
                  <a:pt x="152731" y="621051"/>
                  <a:pt x="301854" y="648680"/>
                </a:cubicBezTo>
                <a:cubicBezTo>
                  <a:pt x="301854" y="648680"/>
                  <a:pt x="334325" y="610240"/>
                  <a:pt x="288626" y="586214"/>
                </a:cubicBezTo>
                <a:cubicBezTo>
                  <a:pt x="137097" y="496120"/>
                  <a:pt x="212861" y="439661"/>
                  <a:pt x="245332" y="416837"/>
                </a:cubicBezTo>
                <a:cubicBezTo>
                  <a:pt x="190012" y="365183"/>
                  <a:pt x="193620" y="287101"/>
                  <a:pt x="211659" y="266679"/>
                </a:cubicBezTo>
                <a:cubicBezTo>
                  <a:pt x="211659" y="266679"/>
                  <a:pt x="204443" y="323139"/>
                  <a:pt x="299449" y="374793"/>
                </a:cubicBezTo>
                <a:cubicBezTo>
                  <a:pt x="300652" y="374793"/>
                  <a:pt x="301854" y="375994"/>
                  <a:pt x="303057" y="375994"/>
                </a:cubicBezTo>
                <a:cubicBezTo>
                  <a:pt x="310273" y="367585"/>
                  <a:pt x="327109" y="337554"/>
                  <a:pt x="288626" y="315931"/>
                </a:cubicBezTo>
                <a:cubicBezTo>
                  <a:pt x="128679" y="222233"/>
                  <a:pt x="220077" y="164572"/>
                  <a:pt x="250142" y="144151"/>
                </a:cubicBezTo>
                <a:cubicBezTo>
                  <a:pt x="250142" y="144151"/>
                  <a:pt x="238116" y="156164"/>
                  <a:pt x="233306" y="177786"/>
                </a:cubicBezTo>
                <a:cubicBezTo>
                  <a:pt x="228495" y="195805"/>
                  <a:pt x="254953" y="221032"/>
                  <a:pt x="298246" y="243855"/>
                </a:cubicBezTo>
                <a:cubicBezTo>
                  <a:pt x="386037" y="290705"/>
                  <a:pt x="335527" y="366384"/>
                  <a:pt x="306665" y="377195"/>
                </a:cubicBezTo>
                <a:cubicBezTo>
                  <a:pt x="393252" y="428849"/>
                  <a:pt x="325906" y="509334"/>
                  <a:pt x="298246" y="512938"/>
                </a:cubicBezTo>
                <a:cubicBezTo>
                  <a:pt x="298246" y="512938"/>
                  <a:pt x="336730" y="470894"/>
                  <a:pt x="291031" y="445667"/>
                </a:cubicBezTo>
                <a:cubicBezTo>
                  <a:pt x="272992" y="438460"/>
                  <a:pt x="258561" y="428849"/>
                  <a:pt x="246534" y="418038"/>
                </a:cubicBezTo>
                <a:cubicBezTo>
                  <a:pt x="242927" y="422843"/>
                  <a:pt x="235711" y="432453"/>
                  <a:pt x="233306" y="446868"/>
                </a:cubicBezTo>
                <a:cubicBezTo>
                  <a:pt x="228495" y="464887"/>
                  <a:pt x="254953" y="491315"/>
                  <a:pt x="298246" y="512938"/>
                </a:cubicBezTo>
                <a:cubicBezTo>
                  <a:pt x="346351" y="539365"/>
                  <a:pt x="366795" y="574202"/>
                  <a:pt x="358377" y="601831"/>
                </a:cubicBezTo>
                <a:cubicBezTo>
                  <a:pt x="357174" y="604233"/>
                  <a:pt x="357174" y="605435"/>
                  <a:pt x="355972" y="607837"/>
                </a:cubicBezTo>
                <a:cubicBezTo>
                  <a:pt x="341540" y="641472"/>
                  <a:pt x="291031" y="667900"/>
                  <a:pt x="238116" y="690724"/>
                </a:cubicBezTo>
                <a:cubicBezTo>
                  <a:pt x="234508" y="691925"/>
                  <a:pt x="230901" y="693127"/>
                  <a:pt x="227293" y="694328"/>
                </a:cubicBezTo>
                <a:cubicBezTo>
                  <a:pt x="93804" y="641472"/>
                  <a:pt x="0" y="511736"/>
                  <a:pt x="0" y="360378"/>
                </a:cubicBezTo>
                <a:cubicBezTo>
                  <a:pt x="0" y="162170"/>
                  <a:pt x="161149" y="0"/>
                  <a:pt x="359579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4">
                  <a:lumMod val="50000"/>
                </a:schemeClr>
              </a:gs>
              <a:gs pos="42000">
                <a:srgbClr val="FFC000"/>
              </a:gs>
              <a:gs pos="74000">
                <a:schemeClr val="accent4">
                  <a:lumMod val="50000"/>
                </a:schemeClr>
              </a:gs>
              <a:gs pos="93000">
                <a:schemeClr val="accent4">
                  <a:lumMod val="75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>
            <p:custDataLst>
              <p:tags r:id="rId5"/>
            </p:custDataLst>
          </p:nvPr>
        </p:nvSpPr>
        <p:spPr>
          <a:xfrm>
            <a:off x="493920" y="173989"/>
            <a:ext cx="4194958" cy="74612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3800" spc="100" dirty="0">
                <a:solidFill>
                  <a:schemeClr val="bg1"/>
                </a:solidFill>
                <a:latin typeface="华文中宋" panose="02010600040101010101" charset="-122"/>
                <a:ea typeface="华文中宋" panose="02010600040101010101" charset="-122"/>
                <a:sym typeface="+mn-ea"/>
              </a:rPr>
              <a:t>3.</a:t>
            </a:r>
            <a:r>
              <a:rPr lang="zh-CN" altLang="en-US" sz="3800" spc="100" dirty="0">
                <a:solidFill>
                  <a:schemeClr val="bg1"/>
                </a:solidFill>
                <a:latin typeface="华文中宋" panose="02010600040101010101" charset="-122"/>
                <a:ea typeface="华文中宋" panose="02010600040101010101" charset="-122"/>
                <a:sym typeface="+mn-ea"/>
              </a:rPr>
              <a:t>程序运行与测试</a:t>
            </a:r>
            <a:endParaRPr lang="zh-CN" altLang="en-US" sz="3800" spc="100" dirty="0">
              <a:solidFill>
                <a:schemeClr val="bg1"/>
              </a:solidFill>
              <a:latin typeface="华文中宋" panose="02010600040101010101" charset="-122"/>
              <a:ea typeface="华文中宋" panose="02010600040101010101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563245" y="1597025"/>
            <a:ext cx="6091937" cy="1250"/>
          </a:xfrm>
          <a:prstGeom prst="line">
            <a:avLst/>
          </a:prstGeom>
          <a:ln w="31750">
            <a:gradFill>
              <a:gsLst>
                <a:gs pos="0">
                  <a:schemeClr val="accent1">
                    <a:hueOff val="-4200000"/>
                  </a:schemeClr>
                </a:gs>
                <a:gs pos="100000">
                  <a:schemeClr val="accent1"/>
                </a:gs>
              </a:gsLst>
            </a:gra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6" name="图片 5"/>
          <p:cNvPicPr>
            <a:picLocks noChangeAspect="1"/>
          </p:cNvPicPr>
          <p:nvPr/>
        </p:nvPicPr>
        <p:blipFill rotWithShape="1">
          <a:blip r:embed="rId6"/>
          <a:srcRect b="48553"/>
          <a:stretch>
            <a:fillRect/>
          </a:stretch>
        </p:blipFill>
        <p:spPr bwMode="auto">
          <a:xfrm>
            <a:off x="1504295" y="2434135"/>
            <a:ext cx="9183409" cy="2429741"/>
          </a:xfrm>
          <a:prstGeom prst="rect">
            <a:avLst/>
          </a:prstGeom>
          <a:ln>
            <a:noFill/>
          </a:ln>
        </p:spPr>
      </p:pic>
      <p:sp>
        <p:nvSpPr>
          <p:cNvPr id="10" name="文本框 9"/>
          <p:cNvSpPr txBox="1"/>
          <p:nvPr/>
        </p:nvSpPr>
        <p:spPr>
          <a:xfrm>
            <a:off x="4456268" y="5434756"/>
            <a:ext cx="32794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latin typeface="华文中宋" panose="02010600040101010101" charset="-122"/>
                <a:ea typeface="华文中宋" panose="02010600040101010101" charset="-122"/>
              </a:rPr>
              <a:t>访问后主页</a:t>
            </a:r>
            <a:r>
              <a:rPr lang="en-US" altLang="zh-CN" dirty="0">
                <a:latin typeface="华文中宋" panose="02010600040101010101" charset="-122"/>
                <a:ea typeface="华文中宋" panose="02010600040101010101" charset="-122"/>
              </a:rPr>
              <a:t>HTML</a:t>
            </a:r>
            <a:r>
              <a:rPr lang="zh-CN" altLang="en-US" dirty="0">
                <a:latin typeface="华文中宋" panose="02010600040101010101" charset="-122"/>
                <a:ea typeface="华文中宋" panose="02010600040101010101" charset="-122"/>
              </a:rPr>
              <a:t>界面的显示</a:t>
            </a:r>
            <a:endParaRPr lang="zh-CN" altLang="en-US" dirty="0">
              <a:latin typeface="华文中宋" panose="02010600040101010101" charset="-122"/>
              <a:ea typeface="华文中宋" panose="02010600040101010101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>
        <p159:morph option="byObject"/>
      </p:transition>
    </mc:Choice>
    <mc:Fallback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对角圆角矩形 1"/>
          <p:cNvSpPr/>
          <p:nvPr>
            <p:custDataLst>
              <p:tags r:id="rId1"/>
            </p:custDataLst>
          </p:nvPr>
        </p:nvSpPr>
        <p:spPr>
          <a:xfrm>
            <a:off x="-397323" y="292"/>
            <a:ext cx="13160188" cy="956889"/>
          </a:xfrm>
          <a:prstGeom prst="round2DiagRect">
            <a:avLst>
              <a:gd name="adj1" fmla="val 50000"/>
              <a:gd name="adj2" fmla="val 0"/>
            </a:avLst>
          </a:prstGeom>
          <a:gradFill>
            <a:gsLst>
              <a:gs pos="0">
                <a:srgbClr val="5D9D72">
                  <a:alpha val="100000"/>
                </a:srgbClr>
              </a:gs>
              <a:gs pos="49000">
                <a:srgbClr val="6EA844"/>
              </a:gs>
              <a:gs pos="100000">
                <a:srgbClr val="1D7546"/>
              </a:gs>
            </a:gsLst>
            <a:lin ang="10800000" scaled="0"/>
          </a:gradFill>
          <a:ln>
            <a:noFill/>
          </a:ln>
          <a:effectLst>
            <a:outerShdw blurRad="50800" dist="38100" dir="2700000" algn="tl" rotWithShape="0">
              <a:prstClr val="black">
                <a:alpha val="2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3" name="图片 2" descr="带字透明底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rcRect t="29740" b="22457"/>
          <a:stretch>
            <a:fillRect/>
          </a:stretch>
        </p:blipFill>
        <p:spPr>
          <a:xfrm>
            <a:off x="9144000" y="103505"/>
            <a:ext cx="3048000" cy="746125"/>
          </a:xfrm>
          <a:prstGeom prst="rect">
            <a:avLst/>
          </a:prstGeom>
        </p:spPr>
      </p:pic>
      <p:sp>
        <p:nvSpPr>
          <p:cNvPr id="19" name="任意多边形: 形状 3"/>
          <p:cNvSpPr/>
          <p:nvPr/>
        </p:nvSpPr>
        <p:spPr>
          <a:xfrm>
            <a:off x="-497205" y="-2540"/>
            <a:ext cx="984250" cy="959485"/>
          </a:xfrm>
          <a:custGeom>
            <a:avLst/>
            <a:gdLst>
              <a:gd name="connsiteX0" fmla="*/ 365592 w 719551"/>
              <a:gd name="connsiteY0" fmla="*/ 49251 h 694328"/>
              <a:gd name="connsiteX1" fmla="*/ 383631 w 719551"/>
              <a:gd name="connsiteY1" fmla="*/ 88893 h 694328"/>
              <a:gd name="connsiteX2" fmla="*/ 371605 w 719551"/>
              <a:gd name="connsiteY2" fmla="*/ 228239 h 694328"/>
              <a:gd name="connsiteX3" fmla="*/ 364390 w 719551"/>
              <a:gd name="connsiteY3" fmla="*/ 245057 h 694328"/>
              <a:gd name="connsiteX4" fmla="*/ 333122 w 719551"/>
              <a:gd name="connsiteY4" fmla="*/ 103308 h 694328"/>
              <a:gd name="connsiteX5" fmla="*/ 365592 w 719551"/>
              <a:gd name="connsiteY5" fmla="*/ 49251 h 694328"/>
              <a:gd name="connsiteX6" fmla="*/ 359579 w 719551"/>
              <a:gd name="connsiteY6" fmla="*/ 0 h 694328"/>
              <a:gd name="connsiteX7" fmla="*/ 691893 w 719551"/>
              <a:gd name="connsiteY7" fmla="*/ 220450 h 694328"/>
              <a:gd name="connsiteX8" fmla="*/ 712525 w 719551"/>
              <a:gd name="connsiteY8" fmla="*/ 286472 h 694328"/>
              <a:gd name="connsiteX9" fmla="*/ 719551 w 719551"/>
              <a:gd name="connsiteY9" fmla="*/ 356173 h 694328"/>
              <a:gd name="connsiteX10" fmla="*/ 712152 w 719551"/>
              <a:gd name="connsiteY10" fmla="*/ 429569 h 694328"/>
              <a:gd name="connsiteX11" fmla="*/ 694106 w 719551"/>
              <a:gd name="connsiteY11" fmla="*/ 487706 h 694328"/>
              <a:gd name="connsiteX12" fmla="*/ 671448 w 719551"/>
              <a:gd name="connsiteY12" fmla="*/ 533826 h 694328"/>
              <a:gd name="connsiteX13" fmla="*/ 657355 w 719551"/>
              <a:gd name="connsiteY13" fmla="*/ 559790 h 694328"/>
              <a:gd name="connsiteX14" fmla="*/ 634026 w 719551"/>
              <a:gd name="connsiteY14" fmla="*/ 588066 h 694328"/>
              <a:gd name="connsiteX15" fmla="*/ 601635 w 719551"/>
              <a:gd name="connsiteY15" fmla="*/ 622971 h 694328"/>
              <a:gd name="connsiteX16" fmla="*/ 567891 w 719551"/>
              <a:gd name="connsiteY16" fmla="*/ 650812 h 694328"/>
              <a:gd name="connsiteX17" fmla="*/ 515863 w 719551"/>
              <a:gd name="connsiteY17" fmla="*/ 681565 h 694328"/>
              <a:gd name="connsiteX18" fmla="*/ 497126 w 719551"/>
              <a:gd name="connsiteY18" fmla="*/ 691735 h 694328"/>
              <a:gd name="connsiteX19" fmla="*/ 491302 w 719551"/>
              <a:gd name="connsiteY19" fmla="*/ 693543 h 694328"/>
              <a:gd name="connsiteX20" fmla="*/ 482245 w 719551"/>
              <a:gd name="connsiteY20" fmla="*/ 689523 h 694328"/>
              <a:gd name="connsiteX21" fmla="*/ 364390 w 719551"/>
              <a:gd name="connsiteY21" fmla="*/ 609038 h 694328"/>
              <a:gd name="connsiteX22" fmla="*/ 361985 w 719551"/>
              <a:gd name="connsiteY22" fmla="*/ 601831 h 694328"/>
              <a:gd name="connsiteX23" fmla="*/ 424520 w 719551"/>
              <a:gd name="connsiteY23" fmla="*/ 512938 h 694328"/>
              <a:gd name="connsiteX24" fmla="*/ 489461 w 719551"/>
              <a:gd name="connsiteY24" fmla="*/ 446868 h 694328"/>
              <a:gd name="connsiteX25" fmla="*/ 475029 w 719551"/>
              <a:gd name="connsiteY25" fmla="*/ 418038 h 694328"/>
              <a:gd name="connsiteX26" fmla="*/ 430533 w 719551"/>
              <a:gd name="connsiteY26" fmla="*/ 445667 h 694328"/>
              <a:gd name="connsiteX27" fmla="*/ 424520 w 719551"/>
              <a:gd name="connsiteY27" fmla="*/ 512938 h 694328"/>
              <a:gd name="connsiteX28" fmla="*/ 416102 w 719551"/>
              <a:gd name="connsiteY28" fmla="*/ 377195 h 694328"/>
              <a:gd name="connsiteX29" fmla="*/ 424520 w 719551"/>
              <a:gd name="connsiteY29" fmla="*/ 243855 h 694328"/>
              <a:gd name="connsiteX30" fmla="*/ 489461 w 719551"/>
              <a:gd name="connsiteY30" fmla="*/ 177786 h 694328"/>
              <a:gd name="connsiteX31" fmla="*/ 471422 w 719551"/>
              <a:gd name="connsiteY31" fmla="*/ 144151 h 694328"/>
              <a:gd name="connsiteX32" fmla="*/ 432938 w 719551"/>
              <a:gd name="connsiteY32" fmla="*/ 315931 h 694328"/>
              <a:gd name="connsiteX33" fmla="*/ 418507 w 719551"/>
              <a:gd name="connsiteY33" fmla="*/ 375994 h 694328"/>
              <a:gd name="connsiteX34" fmla="*/ 422115 w 719551"/>
              <a:gd name="connsiteY34" fmla="*/ 374793 h 694328"/>
              <a:gd name="connsiteX35" fmla="*/ 511108 w 719551"/>
              <a:gd name="connsiteY35" fmla="*/ 266679 h 694328"/>
              <a:gd name="connsiteX36" fmla="*/ 476232 w 719551"/>
              <a:gd name="connsiteY36" fmla="*/ 416837 h 694328"/>
              <a:gd name="connsiteX37" fmla="*/ 432938 w 719551"/>
              <a:gd name="connsiteY37" fmla="*/ 586214 h 694328"/>
              <a:gd name="connsiteX38" fmla="*/ 420912 w 719551"/>
              <a:gd name="connsiteY38" fmla="*/ 647479 h 694328"/>
              <a:gd name="connsiteX39" fmla="*/ 680675 w 719551"/>
              <a:gd name="connsiteY39" fmla="*/ 332749 h 694328"/>
              <a:gd name="connsiteX40" fmla="*/ 359579 w 719551"/>
              <a:gd name="connsiteY40" fmla="*/ 13214 h 694328"/>
              <a:gd name="connsiteX41" fmla="*/ 39686 w 719551"/>
              <a:gd name="connsiteY41" fmla="*/ 332749 h 694328"/>
              <a:gd name="connsiteX42" fmla="*/ 301854 w 719551"/>
              <a:gd name="connsiteY42" fmla="*/ 648680 h 694328"/>
              <a:gd name="connsiteX43" fmla="*/ 288626 w 719551"/>
              <a:gd name="connsiteY43" fmla="*/ 586214 h 694328"/>
              <a:gd name="connsiteX44" fmla="*/ 245332 w 719551"/>
              <a:gd name="connsiteY44" fmla="*/ 416837 h 694328"/>
              <a:gd name="connsiteX45" fmla="*/ 211659 w 719551"/>
              <a:gd name="connsiteY45" fmla="*/ 266679 h 694328"/>
              <a:gd name="connsiteX46" fmla="*/ 299449 w 719551"/>
              <a:gd name="connsiteY46" fmla="*/ 374793 h 694328"/>
              <a:gd name="connsiteX47" fmla="*/ 303057 w 719551"/>
              <a:gd name="connsiteY47" fmla="*/ 375994 h 694328"/>
              <a:gd name="connsiteX48" fmla="*/ 288626 w 719551"/>
              <a:gd name="connsiteY48" fmla="*/ 315931 h 694328"/>
              <a:gd name="connsiteX49" fmla="*/ 250142 w 719551"/>
              <a:gd name="connsiteY49" fmla="*/ 144151 h 694328"/>
              <a:gd name="connsiteX50" fmla="*/ 233306 w 719551"/>
              <a:gd name="connsiteY50" fmla="*/ 177786 h 694328"/>
              <a:gd name="connsiteX51" fmla="*/ 298246 w 719551"/>
              <a:gd name="connsiteY51" fmla="*/ 243855 h 694328"/>
              <a:gd name="connsiteX52" fmla="*/ 306665 w 719551"/>
              <a:gd name="connsiteY52" fmla="*/ 377195 h 694328"/>
              <a:gd name="connsiteX53" fmla="*/ 298246 w 719551"/>
              <a:gd name="connsiteY53" fmla="*/ 512938 h 694328"/>
              <a:gd name="connsiteX54" fmla="*/ 291031 w 719551"/>
              <a:gd name="connsiteY54" fmla="*/ 445667 h 694328"/>
              <a:gd name="connsiteX55" fmla="*/ 246534 w 719551"/>
              <a:gd name="connsiteY55" fmla="*/ 418038 h 694328"/>
              <a:gd name="connsiteX56" fmla="*/ 233306 w 719551"/>
              <a:gd name="connsiteY56" fmla="*/ 446868 h 694328"/>
              <a:gd name="connsiteX57" fmla="*/ 298246 w 719551"/>
              <a:gd name="connsiteY57" fmla="*/ 512938 h 694328"/>
              <a:gd name="connsiteX58" fmla="*/ 358377 w 719551"/>
              <a:gd name="connsiteY58" fmla="*/ 601831 h 694328"/>
              <a:gd name="connsiteX59" fmla="*/ 355972 w 719551"/>
              <a:gd name="connsiteY59" fmla="*/ 607837 h 694328"/>
              <a:gd name="connsiteX60" fmla="*/ 238116 w 719551"/>
              <a:gd name="connsiteY60" fmla="*/ 690724 h 694328"/>
              <a:gd name="connsiteX61" fmla="*/ 227293 w 719551"/>
              <a:gd name="connsiteY61" fmla="*/ 694328 h 694328"/>
              <a:gd name="connsiteX62" fmla="*/ 0 w 719551"/>
              <a:gd name="connsiteY62" fmla="*/ 360378 h 694328"/>
              <a:gd name="connsiteX63" fmla="*/ 359579 w 719551"/>
              <a:gd name="connsiteY63" fmla="*/ 0 h 6943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</a:cxnLst>
            <a:rect l="l" t="t" r="r" b="b"/>
            <a:pathLst>
              <a:path w="719551" h="694328">
                <a:moveTo>
                  <a:pt x="365592" y="49251"/>
                </a:moveTo>
                <a:cubicBezTo>
                  <a:pt x="365592" y="54056"/>
                  <a:pt x="383631" y="88893"/>
                  <a:pt x="383631" y="88893"/>
                </a:cubicBezTo>
                <a:cubicBezTo>
                  <a:pt x="426925" y="153761"/>
                  <a:pt x="372808" y="225837"/>
                  <a:pt x="371605" y="228239"/>
                </a:cubicBezTo>
                <a:cubicBezTo>
                  <a:pt x="369200" y="230642"/>
                  <a:pt x="364390" y="239050"/>
                  <a:pt x="364390" y="245057"/>
                </a:cubicBezTo>
                <a:cubicBezTo>
                  <a:pt x="300652" y="199409"/>
                  <a:pt x="318691" y="126132"/>
                  <a:pt x="333122" y="103308"/>
                </a:cubicBezTo>
                <a:cubicBezTo>
                  <a:pt x="348756" y="79283"/>
                  <a:pt x="365592" y="49251"/>
                  <a:pt x="365592" y="49251"/>
                </a:cubicBezTo>
                <a:close/>
                <a:moveTo>
                  <a:pt x="359579" y="0"/>
                </a:moveTo>
                <a:cubicBezTo>
                  <a:pt x="508402" y="0"/>
                  <a:pt x="636930" y="91220"/>
                  <a:pt x="691893" y="220450"/>
                </a:cubicBezTo>
                <a:lnTo>
                  <a:pt x="712525" y="286472"/>
                </a:lnTo>
                <a:lnTo>
                  <a:pt x="719551" y="356173"/>
                </a:lnTo>
                <a:cubicBezTo>
                  <a:pt x="719551" y="381315"/>
                  <a:pt x="717004" y="405861"/>
                  <a:pt x="712152" y="429569"/>
                </a:cubicBezTo>
                <a:lnTo>
                  <a:pt x="694106" y="487706"/>
                </a:lnTo>
                <a:lnTo>
                  <a:pt x="671448" y="533826"/>
                </a:lnTo>
                <a:lnTo>
                  <a:pt x="657355" y="559790"/>
                </a:lnTo>
                <a:lnTo>
                  <a:pt x="634026" y="588066"/>
                </a:lnTo>
                <a:lnTo>
                  <a:pt x="601635" y="622971"/>
                </a:lnTo>
                <a:lnTo>
                  <a:pt x="567891" y="650812"/>
                </a:lnTo>
                <a:lnTo>
                  <a:pt x="515863" y="681565"/>
                </a:lnTo>
                <a:lnTo>
                  <a:pt x="497126" y="691735"/>
                </a:lnTo>
                <a:lnTo>
                  <a:pt x="491302" y="693543"/>
                </a:lnTo>
                <a:lnTo>
                  <a:pt x="482245" y="689523"/>
                </a:lnTo>
                <a:cubicBezTo>
                  <a:pt x="430533" y="667900"/>
                  <a:pt x="378821" y="641472"/>
                  <a:pt x="364390" y="609038"/>
                </a:cubicBezTo>
                <a:cubicBezTo>
                  <a:pt x="363187" y="605435"/>
                  <a:pt x="361985" y="604233"/>
                  <a:pt x="361985" y="601831"/>
                </a:cubicBezTo>
                <a:cubicBezTo>
                  <a:pt x="353566" y="574202"/>
                  <a:pt x="375213" y="539365"/>
                  <a:pt x="424520" y="512938"/>
                </a:cubicBezTo>
                <a:cubicBezTo>
                  <a:pt x="466611" y="491315"/>
                  <a:pt x="493069" y="464887"/>
                  <a:pt x="489461" y="446868"/>
                </a:cubicBezTo>
                <a:cubicBezTo>
                  <a:pt x="485853" y="432453"/>
                  <a:pt x="479840" y="422843"/>
                  <a:pt x="475029" y="418038"/>
                </a:cubicBezTo>
                <a:cubicBezTo>
                  <a:pt x="463003" y="428849"/>
                  <a:pt x="448572" y="438460"/>
                  <a:pt x="430533" y="445667"/>
                </a:cubicBezTo>
                <a:cubicBezTo>
                  <a:pt x="384834" y="470894"/>
                  <a:pt x="424520" y="512938"/>
                  <a:pt x="424520" y="512938"/>
                </a:cubicBezTo>
                <a:cubicBezTo>
                  <a:pt x="396860" y="509334"/>
                  <a:pt x="328312" y="428849"/>
                  <a:pt x="416102" y="377195"/>
                </a:cubicBezTo>
                <a:cubicBezTo>
                  <a:pt x="386037" y="366384"/>
                  <a:pt x="335527" y="290705"/>
                  <a:pt x="424520" y="243855"/>
                </a:cubicBezTo>
                <a:cubicBezTo>
                  <a:pt x="466611" y="221032"/>
                  <a:pt x="493069" y="195805"/>
                  <a:pt x="489461" y="177786"/>
                </a:cubicBezTo>
                <a:cubicBezTo>
                  <a:pt x="484650" y="156164"/>
                  <a:pt x="471422" y="144151"/>
                  <a:pt x="471422" y="144151"/>
                </a:cubicBezTo>
                <a:cubicBezTo>
                  <a:pt x="501487" y="164572"/>
                  <a:pt x="592885" y="222233"/>
                  <a:pt x="432938" y="315931"/>
                </a:cubicBezTo>
                <a:cubicBezTo>
                  <a:pt x="394455" y="337554"/>
                  <a:pt x="411291" y="367585"/>
                  <a:pt x="418507" y="375994"/>
                </a:cubicBezTo>
                <a:cubicBezTo>
                  <a:pt x="419710" y="375994"/>
                  <a:pt x="420912" y="374793"/>
                  <a:pt x="422115" y="374793"/>
                </a:cubicBezTo>
                <a:cubicBezTo>
                  <a:pt x="518323" y="323139"/>
                  <a:pt x="511108" y="266679"/>
                  <a:pt x="511108" y="266679"/>
                </a:cubicBezTo>
                <a:cubicBezTo>
                  <a:pt x="529147" y="287101"/>
                  <a:pt x="531552" y="365183"/>
                  <a:pt x="476232" y="416837"/>
                </a:cubicBezTo>
                <a:cubicBezTo>
                  <a:pt x="509905" y="439661"/>
                  <a:pt x="584467" y="496120"/>
                  <a:pt x="432938" y="586214"/>
                </a:cubicBezTo>
                <a:cubicBezTo>
                  <a:pt x="388442" y="610240"/>
                  <a:pt x="418507" y="646277"/>
                  <a:pt x="420912" y="647479"/>
                </a:cubicBezTo>
                <a:cubicBezTo>
                  <a:pt x="568833" y="619850"/>
                  <a:pt x="680675" y="488912"/>
                  <a:pt x="680675" y="332749"/>
                </a:cubicBezTo>
                <a:cubicBezTo>
                  <a:pt x="680675" y="157365"/>
                  <a:pt x="536362" y="13214"/>
                  <a:pt x="359579" y="13214"/>
                </a:cubicBezTo>
                <a:cubicBezTo>
                  <a:pt x="182796" y="13214"/>
                  <a:pt x="39686" y="157365"/>
                  <a:pt x="39686" y="332749"/>
                </a:cubicBezTo>
                <a:cubicBezTo>
                  <a:pt x="39686" y="490114"/>
                  <a:pt x="152731" y="621051"/>
                  <a:pt x="301854" y="648680"/>
                </a:cubicBezTo>
                <a:cubicBezTo>
                  <a:pt x="301854" y="648680"/>
                  <a:pt x="334325" y="610240"/>
                  <a:pt x="288626" y="586214"/>
                </a:cubicBezTo>
                <a:cubicBezTo>
                  <a:pt x="137097" y="496120"/>
                  <a:pt x="212861" y="439661"/>
                  <a:pt x="245332" y="416837"/>
                </a:cubicBezTo>
                <a:cubicBezTo>
                  <a:pt x="190012" y="365183"/>
                  <a:pt x="193620" y="287101"/>
                  <a:pt x="211659" y="266679"/>
                </a:cubicBezTo>
                <a:cubicBezTo>
                  <a:pt x="211659" y="266679"/>
                  <a:pt x="204443" y="323139"/>
                  <a:pt x="299449" y="374793"/>
                </a:cubicBezTo>
                <a:cubicBezTo>
                  <a:pt x="300652" y="374793"/>
                  <a:pt x="301854" y="375994"/>
                  <a:pt x="303057" y="375994"/>
                </a:cubicBezTo>
                <a:cubicBezTo>
                  <a:pt x="310273" y="367585"/>
                  <a:pt x="327109" y="337554"/>
                  <a:pt x="288626" y="315931"/>
                </a:cubicBezTo>
                <a:cubicBezTo>
                  <a:pt x="128679" y="222233"/>
                  <a:pt x="220077" y="164572"/>
                  <a:pt x="250142" y="144151"/>
                </a:cubicBezTo>
                <a:cubicBezTo>
                  <a:pt x="250142" y="144151"/>
                  <a:pt x="238116" y="156164"/>
                  <a:pt x="233306" y="177786"/>
                </a:cubicBezTo>
                <a:cubicBezTo>
                  <a:pt x="228495" y="195805"/>
                  <a:pt x="254953" y="221032"/>
                  <a:pt x="298246" y="243855"/>
                </a:cubicBezTo>
                <a:cubicBezTo>
                  <a:pt x="386037" y="290705"/>
                  <a:pt x="335527" y="366384"/>
                  <a:pt x="306665" y="377195"/>
                </a:cubicBezTo>
                <a:cubicBezTo>
                  <a:pt x="393252" y="428849"/>
                  <a:pt x="325906" y="509334"/>
                  <a:pt x="298246" y="512938"/>
                </a:cubicBezTo>
                <a:cubicBezTo>
                  <a:pt x="298246" y="512938"/>
                  <a:pt x="336730" y="470894"/>
                  <a:pt x="291031" y="445667"/>
                </a:cubicBezTo>
                <a:cubicBezTo>
                  <a:pt x="272992" y="438460"/>
                  <a:pt x="258561" y="428849"/>
                  <a:pt x="246534" y="418038"/>
                </a:cubicBezTo>
                <a:cubicBezTo>
                  <a:pt x="242927" y="422843"/>
                  <a:pt x="235711" y="432453"/>
                  <a:pt x="233306" y="446868"/>
                </a:cubicBezTo>
                <a:cubicBezTo>
                  <a:pt x="228495" y="464887"/>
                  <a:pt x="254953" y="491315"/>
                  <a:pt x="298246" y="512938"/>
                </a:cubicBezTo>
                <a:cubicBezTo>
                  <a:pt x="346351" y="539365"/>
                  <a:pt x="366795" y="574202"/>
                  <a:pt x="358377" y="601831"/>
                </a:cubicBezTo>
                <a:cubicBezTo>
                  <a:pt x="357174" y="604233"/>
                  <a:pt x="357174" y="605435"/>
                  <a:pt x="355972" y="607837"/>
                </a:cubicBezTo>
                <a:cubicBezTo>
                  <a:pt x="341540" y="641472"/>
                  <a:pt x="291031" y="667900"/>
                  <a:pt x="238116" y="690724"/>
                </a:cubicBezTo>
                <a:cubicBezTo>
                  <a:pt x="234508" y="691925"/>
                  <a:pt x="230901" y="693127"/>
                  <a:pt x="227293" y="694328"/>
                </a:cubicBezTo>
                <a:cubicBezTo>
                  <a:pt x="93804" y="641472"/>
                  <a:pt x="0" y="511736"/>
                  <a:pt x="0" y="360378"/>
                </a:cubicBezTo>
                <a:cubicBezTo>
                  <a:pt x="0" y="162170"/>
                  <a:pt x="161149" y="0"/>
                  <a:pt x="359579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4">
                  <a:lumMod val="50000"/>
                </a:schemeClr>
              </a:gs>
              <a:gs pos="42000">
                <a:srgbClr val="FFC000"/>
              </a:gs>
              <a:gs pos="74000">
                <a:schemeClr val="accent4">
                  <a:lumMod val="50000"/>
                </a:schemeClr>
              </a:gs>
              <a:gs pos="93000">
                <a:schemeClr val="accent4">
                  <a:lumMod val="75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>
            <p:custDataLst>
              <p:tags r:id="rId4"/>
            </p:custDataLst>
          </p:nvPr>
        </p:nvSpPr>
        <p:spPr>
          <a:xfrm>
            <a:off x="493920" y="173989"/>
            <a:ext cx="4194958" cy="74612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3800" spc="100" dirty="0">
                <a:solidFill>
                  <a:schemeClr val="bg1"/>
                </a:solidFill>
                <a:latin typeface="华文中宋" panose="02010600040101010101" charset="-122"/>
                <a:ea typeface="华文中宋" panose="02010600040101010101" charset="-122"/>
                <a:sym typeface="+mn-ea"/>
              </a:rPr>
              <a:t>3.</a:t>
            </a:r>
            <a:r>
              <a:rPr lang="zh-CN" altLang="en-US" sz="3800" spc="100" dirty="0">
                <a:solidFill>
                  <a:schemeClr val="bg1"/>
                </a:solidFill>
                <a:latin typeface="华文中宋" panose="02010600040101010101" charset="-122"/>
                <a:ea typeface="华文中宋" panose="02010600040101010101" charset="-122"/>
                <a:sym typeface="+mn-ea"/>
              </a:rPr>
              <a:t>程序运行与测试</a:t>
            </a:r>
            <a:endParaRPr lang="zh-CN" altLang="en-US" sz="3800" spc="100" dirty="0">
              <a:solidFill>
                <a:schemeClr val="bg1"/>
              </a:solidFill>
              <a:latin typeface="华文中宋" panose="02010600040101010101" charset="-122"/>
              <a:ea typeface="华文中宋" panose="02010600040101010101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45678" y="1716149"/>
            <a:ext cx="8192274" cy="4200449"/>
          </a:xfrm>
          <a:prstGeom prst="rect">
            <a:avLst/>
          </a:prstGeom>
        </p:spPr>
      </p:pic>
      <p:sp>
        <p:nvSpPr>
          <p:cNvPr id="6" name="文本框 5"/>
          <p:cNvSpPr txBox="1"/>
          <p:nvPr>
            <p:custDataLst>
              <p:tags r:id="rId6"/>
            </p:custDataLst>
          </p:nvPr>
        </p:nvSpPr>
        <p:spPr>
          <a:xfrm>
            <a:off x="440055" y="1075055"/>
            <a:ext cx="6311380" cy="52322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5400">
                <a:ln w="38100">
                  <a:noFill/>
                </a:ln>
                <a:solidFill>
                  <a:srgbClr val="CA0000"/>
                </a:solidFill>
                <a:latin typeface="+mj-ea"/>
                <a:ea typeface="+mj-ea"/>
              </a:defRPr>
            </a:lvl1pPr>
          </a:lstStyle>
          <a:p>
            <a:r>
              <a:rPr lang="zh-CN" altLang="en-US" sz="2800" dirty="0">
                <a:solidFill>
                  <a:srgbClr val="2E461C"/>
                </a:solidFill>
                <a:latin typeface="华文中宋" panose="02010600040101010101" charset="-122"/>
                <a:ea typeface="华文中宋" panose="02010600040101010101" charset="-122"/>
                <a:sym typeface="+mn-ea"/>
              </a:rPr>
              <a:t>通过浏览器访问</a:t>
            </a:r>
            <a:r>
              <a:rPr lang="en-US" altLang="zh-CN" sz="2800" dirty="0">
                <a:solidFill>
                  <a:srgbClr val="2E461C"/>
                </a:solidFill>
                <a:latin typeface="华文中宋" panose="02010600040101010101" charset="-122"/>
                <a:ea typeface="华文中宋" panose="02010600040101010101" charset="-122"/>
                <a:sym typeface="+mn-ea"/>
              </a:rPr>
              <a:t>Web</a:t>
            </a:r>
            <a:r>
              <a:rPr lang="zh-CN" altLang="en-US" sz="2800" dirty="0">
                <a:solidFill>
                  <a:srgbClr val="2E461C"/>
                </a:solidFill>
                <a:latin typeface="华文中宋" panose="02010600040101010101" charset="-122"/>
                <a:ea typeface="华文中宋" panose="02010600040101010101" charset="-122"/>
                <a:sym typeface="+mn-ea"/>
              </a:rPr>
              <a:t>服务器，测试功能</a:t>
            </a:r>
            <a:endParaRPr lang="zh-CN" altLang="en-US" sz="2800" dirty="0">
              <a:solidFill>
                <a:srgbClr val="2E461C"/>
              </a:solidFill>
              <a:latin typeface="华文中宋" panose="02010600040101010101" charset="-122"/>
              <a:ea typeface="华文中宋" panose="02010600040101010101" charset="-122"/>
              <a:sym typeface="+mn-ea"/>
            </a:endParaRPr>
          </a:p>
        </p:txBody>
      </p:sp>
      <p:cxnSp>
        <p:nvCxnSpPr>
          <p:cNvPr id="7" name="直接连接符 6"/>
          <p:cNvCxnSpPr/>
          <p:nvPr/>
        </p:nvCxnSpPr>
        <p:spPr>
          <a:xfrm>
            <a:off x="563245" y="1597025"/>
            <a:ext cx="6091937" cy="1250"/>
          </a:xfrm>
          <a:prstGeom prst="line">
            <a:avLst/>
          </a:prstGeom>
          <a:ln w="31750">
            <a:gradFill>
              <a:gsLst>
                <a:gs pos="0">
                  <a:schemeClr val="accent1">
                    <a:hueOff val="-4200000"/>
                  </a:schemeClr>
                </a:gs>
                <a:gs pos="100000">
                  <a:schemeClr val="accent1"/>
                </a:gs>
              </a:gsLst>
            </a:gra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8" name="文本框 7"/>
          <p:cNvSpPr txBox="1"/>
          <p:nvPr/>
        </p:nvSpPr>
        <p:spPr>
          <a:xfrm>
            <a:off x="4574657" y="6122274"/>
            <a:ext cx="29343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latin typeface="华文中宋" panose="02010600040101010101" charset="-122"/>
                <a:ea typeface="华文中宋" panose="02010600040101010101" charset="-122"/>
              </a:rPr>
              <a:t>点击按钮后显示的文件列表</a:t>
            </a:r>
            <a:endParaRPr lang="zh-CN" altLang="en-US" dirty="0">
              <a:latin typeface="华文中宋" panose="02010600040101010101" charset="-122"/>
              <a:ea typeface="华文中宋" panose="02010600040101010101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>
        <p159:morph option="byObject"/>
      </p:transition>
    </mc:Choice>
    <mc:Fallback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对角圆角矩形 1"/>
          <p:cNvSpPr/>
          <p:nvPr>
            <p:custDataLst>
              <p:tags r:id="rId1"/>
            </p:custDataLst>
          </p:nvPr>
        </p:nvSpPr>
        <p:spPr>
          <a:xfrm>
            <a:off x="-397323" y="292"/>
            <a:ext cx="13160188" cy="956889"/>
          </a:xfrm>
          <a:prstGeom prst="round2DiagRect">
            <a:avLst>
              <a:gd name="adj1" fmla="val 50000"/>
              <a:gd name="adj2" fmla="val 0"/>
            </a:avLst>
          </a:prstGeom>
          <a:gradFill>
            <a:gsLst>
              <a:gs pos="0">
                <a:srgbClr val="5D9D72">
                  <a:alpha val="100000"/>
                </a:srgbClr>
              </a:gs>
              <a:gs pos="49000">
                <a:srgbClr val="6EA844"/>
              </a:gs>
              <a:gs pos="100000">
                <a:srgbClr val="1D7546"/>
              </a:gs>
            </a:gsLst>
            <a:lin ang="10800000" scaled="0"/>
          </a:gradFill>
          <a:ln>
            <a:noFill/>
          </a:ln>
          <a:effectLst>
            <a:outerShdw blurRad="50800" dist="38100" dir="2700000" algn="tl" rotWithShape="0">
              <a:prstClr val="black">
                <a:alpha val="2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3" name="图片 2" descr="带字透明底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rcRect t="29740" b="22457"/>
          <a:stretch>
            <a:fillRect/>
          </a:stretch>
        </p:blipFill>
        <p:spPr>
          <a:xfrm>
            <a:off x="9144000" y="103505"/>
            <a:ext cx="3048000" cy="746125"/>
          </a:xfrm>
          <a:prstGeom prst="rect">
            <a:avLst/>
          </a:prstGeom>
        </p:spPr>
      </p:pic>
      <p:sp>
        <p:nvSpPr>
          <p:cNvPr id="19" name="任意多边形: 形状 3"/>
          <p:cNvSpPr/>
          <p:nvPr/>
        </p:nvSpPr>
        <p:spPr>
          <a:xfrm>
            <a:off x="-497205" y="-2540"/>
            <a:ext cx="984250" cy="959485"/>
          </a:xfrm>
          <a:custGeom>
            <a:avLst/>
            <a:gdLst>
              <a:gd name="connsiteX0" fmla="*/ 365592 w 719551"/>
              <a:gd name="connsiteY0" fmla="*/ 49251 h 694328"/>
              <a:gd name="connsiteX1" fmla="*/ 383631 w 719551"/>
              <a:gd name="connsiteY1" fmla="*/ 88893 h 694328"/>
              <a:gd name="connsiteX2" fmla="*/ 371605 w 719551"/>
              <a:gd name="connsiteY2" fmla="*/ 228239 h 694328"/>
              <a:gd name="connsiteX3" fmla="*/ 364390 w 719551"/>
              <a:gd name="connsiteY3" fmla="*/ 245057 h 694328"/>
              <a:gd name="connsiteX4" fmla="*/ 333122 w 719551"/>
              <a:gd name="connsiteY4" fmla="*/ 103308 h 694328"/>
              <a:gd name="connsiteX5" fmla="*/ 365592 w 719551"/>
              <a:gd name="connsiteY5" fmla="*/ 49251 h 694328"/>
              <a:gd name="connsiteX6" fmla="*/ 359579 w 719551"/>
              <a:gd name="connsiteY6" fmla="*/ 0 h 694328"/>
              <a:gd name="connsiteX7" fmla="*/ 691893 w 719551"/>
              <a:gd name="connsiteY7" fmla="*/ 220450 h 694328"/>
              <a:gd name="connsiteX8" fmla="*/ 712525 w 719551"/>
              <a:gd name="connsiteY8" fmla="*/ 286472 h 694328"/>
              <a:gd name="connsiteX9" fmla="*/ 719551 w 719551"/>
              <a:gd name="connsiteY9" fmla="*/ 356173 h 694328"/>
              <a:gd name="connsiteX10" fmla="*/ 712152 w 719551"/>
              <a:gd name="connsiteY10" fmla="*/ 429569 h 694328"/>
              <a:gd name="connsiteX11" fmla="*/ 694106 w 719551"/>
              <a:gd name="connsiteY11" fmla="*/ 487706 h 694328"/>
              <a:gd name="connsiteX12" fmla="*/ 671448 w 719551"/>
              <a:gd name="connsiteY12" fmla="*/ 533826 h 694328"/>
              <a:gd name="connsiteX13" fmla="*/ 657355 w 719551"/>
              <a:gd name="connsiteY13" fmla="*/ 559790 h 694328"/>
              <a:gd name="connsiteX14" fmla="*/ 634026 w 719551"/>
              <a:gd name="connsiteY14" fmla="*/ 588066 h 694328"/>
              <a:gd name="connsiteX15" fmla="*/ 601635 w 719551"/>
              <a:gd name="connsiteY15" fmla="*/ 622971 h 694328"/>
              <a:gd name="connsiteX16" fmla="*/ 567891 w 719551"/>
              <a:gd name="connsiteY16" fmla="*/ 650812 h 694328"/>
              <a:gd name="connsiteX17" fmla="*/ 515863 w 719551"/>
              <a:gd name="connsiteY17" fmla="*/ 681565 h 694328"/>
              <a:gd name="connsiteX18" fmla="*/ 497126 w 719551"/>
              <a:gd name="connsiteY18" fmla="*/ 691735 h 694328"/>
              <a:gd name="connsiteX19" fmla="*/ 491302 w 719551"/>
              <a:gd name="connsiteY19" fmla="*/ 693543 h 694328"/>
              <a:gd name="connsiteX20" fmla="*/ 482245 w 719551"/>
              <a:gd name="connsiteY20" fmla="*/ 689523 h 694328"/>
              <a:gd name="connsiteX21" fmla="*/ 364390 w 719551"/>
              <a:gd name="connsiteY21" fmla="*/ 609038 h 694328"/>
              <a:gd name="connsiteX22" fmla="*/ 361985 w 719551"/>
              <a:gd name="connsiteY22" fmla="*/ 601831 h 694328"/>
              <a:gd name="connsiteX23" fmla="*/ 424520 w 719551"/>
              <a:gd name="connsiteY23" fmla="*/ 512938 h 694328"/>
              <a:gd name="connsiteX24" fmla="*/ 489461 w 719551"/>
              <a:gd name="connsiteY24" fmla="*/ 446868 h 694328"/>
              <a:gd name="connsiteX25" fmla="*/ 475029 w 719551"/>
              <a:gd name="connsiteY25" fmla="*/ 418038 h 694328"/>
              <a:gd name="connsiteX26" fmla="*/ 430533 w 719551"/>
              <a:gd name="connsiteY26" fmla="*/ 445667 h 694328"/>
              <a:gd name="connsiteX27" fmla="*/ 424520 w 719551"/>
              <a:gd name="connsiteY27" fmla="*/ 512938 h 694328"/>
              <a:gd name="connsiteX28" fmla="*/ 416102 w 719551"/>
              <a:gd name="connsiteY28" fmla="*/ 377195 h 694328"/>
              <a:gd name="connsiteX29" fmla="*/ 424520 w 719551"/>
              <a:gd name="connsiteY29" fmla="*/ 243855 h 694328"/>
              <a:gd name="connsiteX30" fmla="*/ 489461 w 719551"/>
              <a:gd name="connsiteY30" fmla="*/ 177786 h 694328"/>
              <a:gd name="connsiteX31" fmla="*/ 471422 w 719551"/>
              <a:gd name="connsiteY31" fmla="*/ 144151 h 694328"/>
              <a:gd name="connsiteX32" fmla="*/ 432938 w 719551"/>
              <a:gd name="connsiteY32" fmla="*/ 315931 h 694328"/>
              <a:gd name="connsiteX33" fmla="*/ 418507 w 719551"/>
              <a:gd name="connsiteY33" fmla="*/ 375994 h 694328"/>
              <a:gd name="connsiteX34" fmla="*/ 422115 w 719551"/>
              <a:gd name="connsiteY34" fmla="*/ 374793 h 694328"/>
              <a:gd name="connsiteX35" fmla="*/ 511108 w 719551"/>
              <a:gd name="connsiteY35" fmla="*/ 266679 h 694328"/>
              <a:gd name="connsiteX36" fmla="*/ 476232 w 719551"/>
              <a:gd name="connsiteY36" fmla="*/ 416837 h 694328"/>
              <a:gd name="connsiteX37" fmla="*/ 432938 w 719551"/>
              <a:gd name="connsiteY37" fmla="*/ 586214 h 694328"/>
              <a:gd name="connsiteX38" fmla="*/ 420912 w 719551"/>
              <a:gd name="connsiteY38" fmla="*/ 647479 h 694328"/>
              <a:gd name="connsiteX39" fmla="*/ 680675 w 719551"/>
              <a:gd name="connsiteY39" fmla="*/ 332749 h 694328"/>
              <a:gd name="connsiteX40" fmla="*/ 359579 w 719551"/>
              <a:gd name="connsiteY40" fmla="*/ 13214 h 694328"/>
              <a:gd name="connsiteX41" fmla="*/ 39686 w 719551"/>
              <a:gd name="connsiteY41" fmla="*/ 332749 h 694328"/>
              <a:gd name="connsiteX42" fmla="*/ 301854 w 719551"/>
              <a:gd name="connsiteY42" fmla="*/ 648680 h 694328"/>
              <a:gd name="connsiteX43" fmla="*/ 288626 w 719551"/>
              <a:gd name="connsiteY43" fmla="*/ 586214 h 694328"/>
              <a:gd name="connsiteX44" fmla="*/ 245332 w 719551"/>
              <a:gd name="connsiteY44" fmla="*/ 416837 h 694328"/>
              <a:gd name="connsiteX45" fmla="*/ 211659 w 719551"/>
              <a:gd name="connsiteY45" fmla="*/ 266679 h 694328"/>
              <a:gd name="connsiteX46" fmla="*/ 299449 w 719551"/>
              <a:gd name="connsiteY46" fmla="*/ 374793 h 694328"/>
              <a:gd name="connsiteX47" fmla="*/ 303057 w 719551"/>
              <a:gd name="connsiteY47" fmla="*/ 375994 h 694328"/>
              <a:gd name="connsiteX48" fmla="*/ 288626 w 719551"/>
              <a:gd name="connsiteY48" fmla="*/ 315931 h 694328"/>
              <a:gd name="connsiteX49" fmla="*/ 250142 w 719551"/>
              <a:gd name="connsiteY49" fmla="*/ 144151 h 694328"/>
              <a:gd name="connsiteX50" fmla="*/ 233306 w 719551"/>
              <a:gd name="connsiteY50" fmla="*/ 177786 h 694328"/>
              <a:gd name="connsiteX51" fmla="*/ 298246 w 719551"/>
              <a:gd name="connsiteY51" fmla="*/ 243855 h 694328"/>
              <a:gd name="connsiteX52" fmla="*/ 306665 w 719551"/>
              <a:gd name="connsiteY52" fmla="*/ 377195 h 694328"/>
              <a:gd name="connsiteX53" fmla="*/ 298246 w 719551"/>
              <a:gd name="connsiteY53" fmla="*/ 512938 h 694328"/>
              <a:gd name="connsiteX54" fmla="*/ 291031 w 719551"/>
              <a:gd name="connsiteY54" fmla="*/ 445667 h 694328"/>
              <a:gd name="connsiteX55" fmla="*/ 246534 w 719551"/>
              <a:gd name="connsiteY55" fmla="*/ 418038 h 694328"/>
              <a:gd name="connsiteX56" fmla="*/ 233306 w 719551"/>
              <a:gd name="connsiteY56" fmla="*/ 446868 h 694328"/>
              <a:gd name="connsiteX57" fmla="*/ 298246 w 719551"/>
              <a:gd name="connsiteY57" fmla="*/ 512938 h 694328"/>
              <a:gd name="connsiteX58" fmla="*/ 358377 w 719551"/>
              <a:gd name="connsiteY58" fmla="*/ 601831 h 694328"/>
              <a:gd name="connsiteX59" fmla="*/ 355972 w 719551"/>
              <a:gd name="connsiteY59" fmla="*/ 607837 h 694328"/>
              <a:gd name="connsiteX60" fmla="*/ 238116 w 719551"/>
              <a:gd name="connsiteY60" fmla="*/ 690724 h 694328"/>
              <a:gd name="connsiteX61" fmla="*/ 227293 w 719551"/>
              <a:gd name="connsiteY61" fmla="*/ 694328 h 694328"/>
              <a:gd name="connsiteX62" fmla="*/ 0 w 719551"/>
              <a:gd name="connsiteY62" fmla="*/ 360378 h 694328"/>
              <a:gd name="connsiteX63" fmla="*/ 359579 w 719551"/>
              <a:gd name="connsiteY63" fmla="*/ 0 h 6943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</a:cxnLst>
            <a:rect l="l" t="t" r="r" b="b"/>
            <a:pathLst>
              <a:path w="719551" h="694328">
                <a:moveTo>
                  <a:pt x="365592" y="49251"/>
                </a:moveTo>
                <a:cubicBezTo>
                  <a:pt x="365592" y="54056"/>
                  <a:pt x="383631" y="88893"/>
                  <a:pt x="383631" y="88893"/>
                </a:cubicBezTo>
                <a:cubicBezTo>
                  <a:pt x="426925" y="153761"/>
                  <a:pt x="372808" y="225837"/>
                  <a:pt x="371605" y="228239"/>
                </a:cubicBezTo>
                <a:cubicBezTo>
                  <a:pt x="369200" y="230642"/>
                  <a:pt x="364390" y="239050"/>
                  <a:pt x="364390" y="245057"/>
                </a:cubicBezTo>
                <a:cubicBezTo>
                  <a:pt x="300652" y="199409"/>
                  <a:pt x="318691" y="126132"/>
                  <a:pt x="333122" y="103308"/>
                </a:cubicBezTo>
                <a:cubicBezTo>
                  <a:pt x="348756" y="79283"/>
                  <a:pt x="365592" y="49251"/>
                  <a:pt x="365592" y="49251"/>
                </a:cubicBezTo>
                <a:close/>
                <a:moveTo>
                  <a:pt x="359579" y="0"/>
                </a:moveTo>
                <a:cubicBezTo>
                  <a:pt x="508402" y="0"/>
                  <a:pt x="636930" y="91220"/>
                  <a:pt x="691893" y="220450"/>
                </a:cubicBezTo>
                <a:lnTo>
                  <a:pt x="712525" y="286472"/>
                </a:lnTo>
                <a:lnTo>
                  <a:pt x="719551" y="356173"/>
                </a:lnTo>
                <a:cubicBezTo>
                  <a:pt x="719551" y="381315"/>
                  <a:pt x="717004" y="405861"/>
                  <a:pt x="712152" y="429569"/>
                </a:cubicBezTo>
                <a:lnTo>
                  <a:pt x="694106" y="487706"/>
                </a:lnTo>
                <a:lnTo>
                  <a:pt x="671448" y="533826"/>
                </a:lnTo>
                <a:lnTo>
                  <a:pt x="657355" y="559790"/>
                </a:lnTo>
                <a:lnTo>
                  <a:pt x="634026" y="588066"/>
                </a:lnTo>
                <a:lnTo>
                  <a:pt x="601635" y="622971"/>
                </a:lnTo>
                <a:lnTo>
                  <a:pt x="567891" y="650812"/>
                </a:lnTo>
                <a:lnTo>
                  <a:pt x="515863" y="681565"/>
                </a:lnTo>
                <a:lnTo>
                  <a:pt x="497126" y="691735"/>
                </a:lnTo>
                <a:lnTo>
                  <a:pt x="491302" y="693543"/>
                </a:lnTo>
                <a:lnTo>
                  <a:pt x="482245" y="689523"/>
                </a:lnTo>
                <a:cubicBezTo>
                  <a:pt x="430533" y="667900"/>
                  <a:pt x="378821" y="641472"/>
                  <a:pt x="364390" y="609038"/>
                </a:cubicBezTo>
                <a:cubicBezTo>
                  <a:pt x="363187" y="605435"/>
                  <a:pt x="361985" y="604233"/>
                  <a:pt x="361985" y="601831"/>
                </a:cubicBezTo>
                <a:cubicBezTo>
                  <a:pt x="353566" y="574202"/>
                  <a:pt x="375213" y="539365"/>
                  <a:pt x="424520" y="512938"/>
                </a:cubicBezTo>
                <a:cubicBezTo>
                  <a:pt x="466611" y="491315"/>
                  <a:pt x="493069" y="464887"/>
                  <a:pt x="489461" y="446868"/>
                </a:cubicBezTo>
                <a:cubicBezTo>
                  <a:pt x="485853" y="432453"/>
                  <a:pt x="479840" y="422843"/>
                  <a:pt x="475029" y="418038"/>
                </a:cubicBezTo>
                <a:cubicBezTo>
                  <a:pt x="463003" y="428849"/>
                  <a:pt x="448572" y="438460"/>
                  <a:pt x="430533" y="445667"/>
                </a:cubicBezTo>
                <a:cubicBezTo>
                  <a:pt x="384834" y="470894"/>
                  <a:pt x="424520" y="512938"/>
                  <a:pt x="424520" y="512938"/>
                </a:cubicBezTo>
                <a:cubicBezTo>
                  <a:pt x="396860" y="509334"/>
                  <a:pt x="328312" y="428849"/>
                  <a:pt x="416102" y="377195"/>
                </a:cubicBezTo>
                <a:cubicBezTo>
                  <a:pt x="386037" y="366384"/>
                  <a:pt x="335527" y="290705"/>
                  <a:pt x="424520" y="243855"/>
                </a:cubicBezTo>
                <a:cubicBezTo>
                  <a:pt x="466611" y="221032"/>
                  <a:pt x="493069" y="195805"/>
                  <a:pt x="489461" y="177786"/>
                </a:cubicBezTo>
                <a:cubicBezTo>
                  <a:pt x="484650" y="156164"/>
                  <a:pt x="471422" y="144151"/>
                  <a:pt x="471422" y="144151"/>
                </a:cubicBezTo>
                <a:cubicBezTo>
                  <a:pt x="501487" y="164572"/>
                  <a:pt x="592885" y="222233"/>
                  <a:pt x="432938" y="315931"/>
                </a:cubicBezTo>
                <a:cubicBezTo>
                  <a:pt x="394455" y="337554"/>
                  <a:pt x="411291" y="367585"/>
                  <a:pt x="418507" y="375994"/>
                </a:cubicBezTo>
                <a:cubicBezTo>
                  <a:pt x="419710" y="375994"/>
                  <a:pt x="420912" y="374793"/>
                  <a:pt x="422115" y="374793"/>
                </a:cubicBezTo>
                <a:cubicBezTo>
                  <a:pt x="518323" y="323139"/>
                  <a:pt x="511108" y="266679"/>
                  <a:pt x="511108" y="266679"/>
                </a:cubicBezTo>
                <a:cubicBezTo>
                  <a:pt x="529147" y="287101"/>
                  <a:pt x="531552" y="365183"/>
                  <a:pt x="476232" y="416837"/>
                </a:cubicBezTo>
                <a:cubicBezTo>
                  <a:pt x="509905" y="439661"/>
                  <a:pt x="584467" y="496120"/>
                  <a:pt x="432938" y="586214"/>
                </a:cubicBezTo>
                <a:cubicBezTo>
                  <a:pt x="388442" y="610240"/>
                  <a:pt x="418507" y="646277"/>
                  <a:pt x="420912" y="647479"/>
                </a:cubicBezTo>
                <a:cubicBezTo>
                  <a:pt x="568833" y="619850"/>
                  <a:pt x="680675" y="488912"/>
                  <a:pt x="680675" y="332749"/>
                </a:cubicBezTo>
                <a:cubicBezTo>
                  <a:pt x="680675" y="157365"/>
                  <a:pt x="536362" y="13214"/>
                  <a:pt x="359579" y="13214"/>
                </a:cubicBezTo>
                <a:cubicBezTo>
                  <a:pt x="182796" y="13214"/>
                  <a:pt x="39686" y="157365"/>
                  <a:pt x="39686" y="332749"/>
                </a:cubicBezTo>
                <a:cubicBezTo>
                  <a:pt x="39686" y="490114"/>
                  <a:pt x="152731" y="621051"/>
                  <a:pt x="301854" y="648680"/>
                </a:cubicBezTo>
                <a:cubicBezTo>
                  <a:pt x="301854" y="648680"/>
                  <a:pt x="334325" y="610240"/>
                  <a:pt x="288626" y="586214"/>
                </a:cubicBezTo>
                <a:cubicBezTo>
                  <a:pt x="137097" y="496120"/>
                  <a:pt x="212861" y="439661"/>
                  <a:pt x="245332" y="416837"/>
                </a:cubicBezTo>
                <a:cubicBezTo>
                  <a:pt x="190012" y="365183"/>
                  <a:pt x="193620" y="287101"/>
                  <a:pt x="211659" y="266679"/>
                </a:cubicBezTo>
                <a:cubicBezTo>
                  <a:pt x="211659" y="266679"/>
                  <a:pt x="204443" y="323139"/>
                  <a:pt x="299449" y="374793"/>
                </a:cubicBezTo>
                <a:cubicBezTo>
                  <a:pt x="300652" y="374793"/>
                  <a:pt x="301854" y="375994"/>
                  <a:pt x="303057" y="375994"/>
                </a:cubicBezTo>
                <a:cubicBezTo>
                  <a:pt x="310273" y="367585"/>
                  <a:pt x="327109" y="337554"/>
                  <a:pt x="288626" y="315931"/>
                </a:cubicBezTo>
                <a:cubicBezTo>
                  <a:pt x="128679" y="222233"/>
                  <a:pt x="220077" y="164572"/>
                  <a:pt x="250142" y="144151"/>
                </a:cubicBezTo>
                <a:cubicBezTo>
                  <a:pt x="250142" y="144151"/>
                  <a:pt x="238116" y="156164"/>
                  <a:pt x="233306" y="177786"/>
                </a:cubicBezTo>
                <a:cubicBezTo>
                  <a:pt x="228495" y="195805"/>
                  <a:pt x="254953" y="221032"/>
                  <a:pt x="298246" y="243855"/>
                </a:cubicBezTo>
                <a:cubicBezTo>
                  <a:pt x="386037" y="290705"/>
                  <a:pt x="335527" y="366384"/>
                  <a:pt x="306665" y="377195"/>
                </a:cubicBezTo>
                <a:cubicBezTo>
                  <a:pt x="393252" y="428849"/>
                  <a:pt x="325906" y="509334"/>
                  <a:pt x="298246" y="512938"/>
                </a:cubicBezTo>
                <a:cubicBezTo>
                  <a:pt x="298246" y="512938"/>
                  <a:pt x="336730" y="470894"/>
                  <a:pt x="291031" y="445667"/>
                </a:cubicBezTo>
                <a:cubicBezTo>
                  <a:pt x="272992" y="438460"/>
                  <a:pt x="258561" y="428849"/>
                  <a:pt x="246534" y="418038"/>
                </a:cubicBezTo>
                <a:cubicBezTo>
                  <a:pt x="242927" y="422843"/>
                  <a:pt x="235711" y="432453"/>
                  <a:pt x="233306" y="446868"/>
                </a:cubicBezTo>
                <a:cubicBezTo>
                  <a:pt x="228495" y="464887"/>
                  <a:pt x="254953" y="491315"/>
                  <a:pt x="298246" y="512938"/>
                </a:cubicBezTo>
                <a:cubicBezTo>
                  <a:pt x="346351" y="539365"/>
                  <a:pt x="366795" y="574202"/>
                  <a:pt x="358377" y="601831"/>
                </a:cubicBezTo>
                <a:cubicBezTo>
                  <a:pt x="357174" y="604233"/>
                  <a:pt x="357174" y="605435"/>
                  <a:pt x="355972" y="607837"/>
                </a:cubicBezTo>
                <a:cubicBezTo>
                  <a:pt x="341540" y="641472"/>
                  <a:pt x="291031" y="667900"/>
                  <a:pt x="238116" y="690724"/>
                </a:cubicBezTo>
                <a:cubicBezTo>
                  <a:pt x="234508" y="691925"/>
                  <a:pt x="230901" y="693127"/>
                  <a:pt x="227293" y="694328"/>
                </a:cubicBezTo>
                <a:cubicBezTo>
                  <a:pt x="93804" y="641472"/>
                  <a:pt x="0" y="511736"/>
                  <a:pt x="0" y="360378"/>
                </a:cubicBezTo>
                <a:cubicBezTo>
                  <a:pt x="0" y="162170"/>
                  <a:pt x="161149" y="0"/>
                  <a:pt x="359579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4">
                  <a:lumMod val="50000"/>
                </a:schemeClr>
              </a:gs>
              <a:gs pos="42000">
                <a:srgbClr val="FFC000"/>
              </a:gs>
              <a:gs pos="74000">
                <a:schemeClr val="accent4">
                  <a:lumMod val="50000"/>
                </a:schemeClr>
              </a:gs>
              <a:gs pos="93000">
                <a:schemeClr val="accent4">
                  <a:lumMod val="75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>
            <p:custDataLst>
              <p:tags r:id="rId4"/>
            </p:custDataLst>
          </p:nvPr>
        </p:nvSpPr>
        <p:spPr>
          <a:xfrm>
            <a:off x="493920" y="173989"/>
            <a:ext cx="4194958" cy="74612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3800" spc="100" dirty="0">
                <a:solidFill>
                  <a:schemeClr val="bg1"/>
                </a:solidFill>
                <a:latin typeface="华文中宋" panose="02010600040101010101" charset="-122"/>
                <a:ea typeface="华文中宋" panose="02010600040101010101" charset="-122"/>
                <a:sym typeface="+mn-ea"/>
              </a:rPr>
              <a:t>3.</a:t>
            </a:r>
            <a:r>
              <a:rPr lang="zh-CN" altLang="en-US" sz="3800" spc="100" dirty="0">
                <a:solidFill>
                  <a:schemeClr val="bg1"/>
                </a:solidFill>
                <a:latin typeface="华文中宋" panose="02010600040101010101" charset="-122"/>
                <a:ea typeface="华文中宋" panose="02010600040101010101" charset="-122"/>
                <a:sym typeface="+mn-ea"/>
              </a:rPr>
              <a:t>程序运行与测试</a:t>
            </a:r>
            <a:endParaRPr lang="zh-CN" altLang="en-US" sz="3800" spc="100" dirty="0">
              <a:solidFill>
                <a:schemeClr val="bg1"/>
              </a:solidFill>
              <a:latin typeface="华文中宋" panose="02010600040101010101" charset="-122"/>
              <a:ea typeface="华文中宋" panose="02010600040101010101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19290" y="1716149"/>
            <a:ext cx="8153420" cy="4201200"/>
          </a:xfrm>
          <a:prstGeom prst="rect">
            <a:avLst/>
          </a:prstGeom>
        </p:spPr>
      </p:pic>
      <p:sp>
        <p:nvSpPr>
          <p:cNvPr id="6" name="文本框 5"/>
          <p:cNvSpPr txBox="1"/>
          <p:nvPr>
            <p:custDataLst>
              <p:tags r:id="rId6"/>
            </p:custDataLst>
          </p:nvPr>
        </p:nvSpPr>
        <p:spPr>
          <a:xfrm>
            <a:off x="440055" y="1075055"/>
            <a:ext cx="6311380" cy="52322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5400">
                <a:ln w="38100">
                  <a:noFill/>
                </a:ln>
                <a:solidFill>
                  <a:srgbClr val="CA0000"/>
                </a:solidFill>
                <a:latin typeface="+mj-ea"/>
                <a:ea typeface="+mj-ea"/>
              </a:defRPr>
            </a:lvl1pPr>
          </a:lstStyle>
          <a:p>
            <a:r>
              <a:rPr lang="zh-CN" altLang="en-US" sz="2800" dirty="0">
                <a:solidFill>
                  <a:srgbClr val="2E461C"/>
                </a:solidFill>
                <a:latin typeface="华文中宋" panose="02010600040101010101" charset="-122"/>
                <a:ea typeface="华文中宋" panose="02010600040101010101" charset="-122"/>
                <a:sym typeface="+mn-ea"/>
              </a:rPr>
              <a:t>通过浏览器访问</a:t>
            </a:r>
            <a:r>
              <a:rPr lang="en-US" altLang="zh-CN" sz="2800" dirty="0">
                <a:solidFill>
                  <a:srgbClr val="2E461C"/>
                </a:solidFill>
                <a:latin typeface="华文中宋" panose="02010600040101010101" charset="-122"/>
                <a:ea typeface="华文中宋" panose="02010600040101010101" charset="-122"/>
                <a:sym typeface="+mn-ea"/>
              </a:rPr>
              <a:t>Web</a:t>
            </a:r>
            <a:r>
              <a:rPr lang="zh-CN" altLang="en-US" sz="2800" dirty="0">
                <a:solidFill>
                  <a:srgbClr val="2E461C"/>
                </a:solidFill>
                <a:latin typeface="华文中宋" panose="02010600040101010101" charset="-122"/>
                <a:ea typeface="华文中宋" panose="02010600040101010101" charset="-122"/>
                <a:sym typeface="+mn-ea"/>
              </a:rPr>
              <a:t>服务器，测试功能</a:t>
            </a:r>
            <a:endParaRPr lang="zh-CN" altLang="en-US" sz="2800" dirty="0">
              <a:solidFill>
                <a:srgbClr val="2E461C"/>
              </a:solidFill>
              <a:latin typeface="华文中宋" panose="02010600040101010101" charset="-122"/>
              <a:ea typeface="华文中宋" panose="02010600040101010101" charset="-122"/>
              <a:sym typeface="+mn-ea"/>
            </a:endParaRPr>
          </a:p>
        </p:txBody>
      </p:sp>
      <p:cxnSp>
        <p:nvCxnSpPr>
          <p:cNvPr id="7" name="直接连接符 6"/>
          <p:cNvCxnSpPr/>
          <p:nvPr/>
        </p:nvCxnSpPr>
        <p:spPr>
          <a:xfrm>
            <a:off x="563245" y="1597025"/>
            <a:ext cx="6091937" cy="1250"/>
          </a:xfrm>
          <a:prstGeom prst="line">
            <a:avLst/>
          </a:prstGeom>
          <a:ln w="31750">
            <a:gradFill>
              <a:gsLst>
                <a:gs pos="0">
                  <a:schemeClr val="accent1">
                    <a:hueOff val="-4200000"/>
                  </a:schemeClr>
                </a:gs>
                <a:gs pos="100000">
                  <a:schemeClr val="accent1"/>
                </a:gs>
              </a:gsLst>
            </a:gra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8" name="文本框 7"/>
          <p:cNvSpPr txBox="1"/>
          <p:nvPr/>
        </p:nvSpPr>
        <p:spPr>
          <a:xfrm>
            <a:off x="4574657" y="6122274"/>
            <a:ext cx="29343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>
                <a:latin typeface="华文中宋" panose="02010600040101010101" charset="-122"/>
                <a:ea typeface="华文中宋" panose="02010600040101010101" charset="-122"/>
              </a:rPr>
              <a:t>点击</a:t>
            </a:r>
            <a:r>
              <a:rPr lang="en-US" altLang="zh-CN">
                <a:latin typeface="华文中宋" panose="02010600040101010101" charset="-122"/>
                <a:ea typeface="华文中宋" panose="02010600040101010101" charset="-122"/>
              </a:rPr>
              <a:t>c</a:t>
            </a:r>
            <a:r>
              <a:rPr lang="zh-CN" altLang="en-US">
                <a:latin typeface="华文中宋" panose="02010600040101010101" charset="-122"/>
                <a:ea typeface="华文中宋" panose="02010600040101010101" charset="-122"/>
              </a:rPr>
              <a:t>语言文件后进行下载</a:t>
            </a:r>
            <a:endParaRPr lang="zh-CN" altLang="en-US" dirty="0">
              <a:latin typeface="华文中宋" panose="02010600040101010101" charset="-122"/>
              <a:ea typeface="华文中宋" panose="02010600040101010101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>
        <p159:morph option="byObject"/>
      </p:transition>
    </mc:Choice>
    <mc:Fallback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对角圆角矩形 1"/>
          <p:cNvSpPr/>
          <p:nvPr>
            <p:custDataLst>
              <p:tags r:id="rId1"/>
            </p:custDataLst>
          </p:nvPr>
        </p:nvSpPr>
        <p:spPr>
          <a:xfrm>
            <a:off x="-397323" y="292"/>
            <a:ext cx="13160188" cy="956889"/>
          </a:xfrm>
          <a:prstGeom prst="round2DiagRect">
            <a:avLst>
              <a:gd name="adj1" fmla="val 50000"/>
              <a:gd name="adj2" fmla="val 0"/>
            </a:avLst>
          </a:prstGeom>
          <a:gradFill>
            <a:gsLst>
              <a:gs pos="0">
                <a:srgbClr val="5D9D72">
                  <a:alpha val="100000"/>
                </a:srgbClr>
              </a:gs>
              <a:gs pos="49000">
                <a:srgbClr val="6EA844"/>
              </a:gs>
              <a:gs pos="100000">
                <a:srgbClr val="1D7546"/>
              </a:gs>
            </a:gsLst>
            <a:lin ang="10800000" scaled="0"/>
          </a:gradFill>
          <a:ln>
            <a:noFill/>
          </a:ln>
          <a:effectLst>
            <a:outerShdw blurRad="50800" dist="38100" dir="2700000" algn="tl" rotWithShape="0">
              <a:prstClr val="black">
                <a:alpha val="2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3" name="图片 2" descr="带字透明底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rcRect t="29740" b="22457"/>
          <a:stretch>
            <a:fillRect/>
          </a:stretch>
        </p:blipFill>
        <p:spPr>
          <a:xfrm>
            <a:off x="9144000" y="103505"/>
            <a:ext cx="3048000" cy="746125"/>
          </a:xfrm>
          <a:prstGeom prst="rect">
            <a:avLst/>
          </a:prstGeom>
        </p:spPr>
      </p:pic>
      <p:sp>
        <p:nvSpPr>
          <p:cNvPr id="19" name="任意多边形: 形状 3"/>
          <p:cNvSpPr/>
          <p:nvPr/>
        </p:nvSpPr>
        <p:spPr>
          <a:xfrm>
            <a:off x="-497205" y="-2540"/>
            <a:ext cx="984250" cy="959485"/>
          </a:xfrm>
          <a:custGeom>
            <a:avLst/>
            <a:gdLst>
              <a:gd name="connsiteX0" fmla="*/ 365592 w 719551"/>
              <a:gd name="connsiteY0" fmla="*/ 49251 h 694328"/>
              <a:gd name="connsiteX1" fmla="*/ 383631 w 719551"/>
              <a:gd name="connsiteY1" fmla="*/ 88893 h 694328"/>
              <a:gd name="connsiteX2" fmla="*/ 371605 w 719551"/>
              <a:gd name="connsiteY2" fmla="*/ 228239 h 694328"/>
              <a:gd name="connsiteX3" fmla="*/ 364390 w 719551"/>
              <a:gd name="connsiteY3" fmla="*/ 245057 h 694328"/>
              <a:gd name="connsiteX4" fmla="*/ 333122 w 719551"/>
              <a:gd name="connsiteY4" fmla="*/ 103308 h 694328"/>
              <a:gd name="connsiteX5" fmla="*/ 365592 w 719551"/>
              <a:gd name="connsiteY5" fmla="*/ 49251 h 694328"/>
              <a:gd name="connsiteX6" fmla="*/ 359579 w 719551"/>
              <a:gd name="connsiteY6" fmla="*/ 0 h 694328"/>
              <a:gd name="connsiteX7" fmla="*/ 691893 w 719551"/>
              <a:gd name="connsiteY7" fmla="*/ 220450 h 694328"/>
              <a:gd name="connsiteX8" fmla="*/ 712525 w 719551"/>
              <a:gd name="connsiteY8" fmla="*/ 286472 h 694328"/>
              <a:gd name="connsiteX9" fmla="*/ 719551 w 719551"/>
              <a:gd name="connsiteY9" fmla="*/ 356173 h 694328"/>
              <a:gd name="connsiteX10" fmla="*/ 712152 w 719551"/>
              <a:gd name="connsiteY10" fmla="*/ 429569 h 694328"/>
              <a:gd name="connsiteX11" fmla="*/ 694106 w 719551"/>
              <a:gd name="connsiteY11" fmla="*/ 487706 h 694328"/>
              <a:gd name="connsiteX12" fmla="*/ 671448 w 719551"/>
              <a:gd name="connsiteY12" fmla="*/ 533826 h 694328"/>
              <a:gd name="connsiteX13" fmla="*/ 657355 w 719551"/>
              <a:gd name="connsiteY13" fmla="*/ 559790 h 694328"/>
              <a:gd name="connsiteX14" fmla="*/ 634026 w 719551"/>
              <a:gd name="connsiteY14" fmla="*/ 588066 h 694328"/>
              <a:gd name="connsiteX15" fmla="*/ 601635 w 719551"/>
              <a:gd name="connsiteY15" fmla="*/ 622971 h 694328"/>
              <a:gd name="connsiteX16" fmla="*/ 567891 w 719551"/>
              <a:gd name="connsiteY16" fmla="*/ 650812 h 694328"/>
              <a:gd name="connsiteX17" fmla="*/ 515863 w 719551"/>
              <a:gd name="connsiteY17" fmla="*/ 681565 h 694328"/>
              <a:gd name="connsiteX18" fmla="*/ 497126 w 719551"/>
              <a:gd name="connsiteY18" fmla="*/ 691735 h 694328"/>
              <a:gd name="connsiteX19" fmla="*/ 491302 w 719551"/>
              <a:gd name="connsiteY19" fmla="*/ 693543 h 694328"/>
              <a:gd name="connsiteX20" fmla="*/ 482245 w 719551"/>
              <a:gd name="connsiteY20" fmla="*/ 689523 h 694328"/>
              <a:gd name="connsiteX21" fmla="*/ 364390 w 719551"/>
              <a:gd name="connsiteY21" fmla="*/ 609038 h 694328"/>
              <a:gd name="connsiteX22" fmla="*/ 361985 w 719551"/>
              <a:gd name="connsiteY22" fmla="*/ 601831 h 694328"/>
              <a:gd name="connsiteX23" fmla="*/ 424520 w 719551"/>
              <a:gd name="connsiteY23" fmla="*/ 512938 h 694328"/>
              <a:gd name="connsiteX24" fmla="*/ 489461 w 719551"/>
              <a:gd name="connsiteY24" fmla="*/ 446868 h 694328"/>
              <a:gd name="connsiteX25" fmla="*/ 475029 w 719551"/>
              <a:gd name="connsiteY25" fmla="*/ 418038 h 694328"/>
              <a:gd name="connsiteX26" fmla="*/ 430533 w 719551"/>
              <a:gd name="connsiteY26" fmla="*/ 445667 h 694328"/>
              <a:gd name="connsiteX27" fmla="*/ 424520 w 719551"/>
              <a:gd name="connsiteY27" fmla="*/ 512938 h 694328"/>
              <a:gd name="connsiteX28" fmla="*/ 416102 w 719551"/>
              <a:gd name="connsiteY28" fmla="*/ 377195 h 694328"/>
              <a:gd name="connsiteX29" fmla="*/ 424520 w 719551"/>
              <a:gd name="connsiteY29" fmla="*/ 243855 h 694328"/>
              <a:gd name="connsiteX30" fmla="*/ 489461 w 719551"/>
              <a:gd name="connsiteY30" fmla="*/ 177786 h 694328"/>
              <a:gd name="connsiteX31" fmla="*/ 471422 w 719551"/>
              <a:gd name="connsiteY31" fmla="*/ 144151 h 694328"/>
              <a:gd name="connsiteX32" fmla="*/ 432938 w 719551"/>
              <a:gd name="connsiteY32" fmla="*/ 315931 h 694328"/>
              <a:gd name="connsiteX33" fmla="*/ 418507 w 719551"/>
              <a:gd name="connsiteY33" fmla="*/ 375994 h 694328"/>
              <a:gd name="connsiteX34" fmla="*/ 422115 w 719551"/>
              <a:gd name="connsiteY34" fmla="*/ 374793 h 694328"/>
              <a:gd name="connsiteX35" fmla="*/ 511108 w 719551"/>
              <a:gd name="connsiteY35" fmla="*/ 266679 h 694328"/>
              <a:gd name="connsiteX36" fmla="*/ 476232 w 719551"/>
              <a:gd name="connsiteY36" fmla="*/ 416837 h 694328"/>
              <a:gd name="connsiteX37" fmla="*/ 432938 w 719551"/>
              <a:gd name="connsiteY37" fmla="*/ 586214 h 694328"/>
              <a:gd name="connsiteX38" fmla="*/ 420912 w 719551"/>
              <a:gd name="connsiteY38" fmla="*/ 647479 h 694328"/>
              <a:gd name="connsiteX39" fmla="*/ 680675 w 719551"/>
              <a:gd name="connsiteY39" fmla="*/ 332749 h 694328"/>
              <a:gd name="connsiteX40" fmla="*/ 359579 w 719551"/>
              <a:gd name="connsiteY40" fmla="*/ 13214 h 694328"/>
              <a:gd name="connsiteX41" fmla="*/ 39686 w 719551"/>
              <a:gd name="connsiteY41" fmla="*/ 332749 h 694328"/>
              <a:gd name="connsiteX42" fmla="*/ 301854 w 719551"/>
              <a:gd name="connsiteY42" fmla="*/ 648680 h 694328"/>
              <a:gd name="connsiteX43" fmla="*/ 288626 w 719551"/>
              <a:gd name="connsiteY43" fmla="*/ 586214 h 694328"/>
              <a:gd name="connsiteX44" fmla="*/ 245332 w 719551"/>
              <a:gd name="connsiteY44" fmla="*/ 416837 h 694328"/>
              <a:gd name="connsiteX45" fmla="*/ 211659 w 719551"/>
              <a:gd name="connsiteY45" fmla="*/ 266679 h 694328"/>
              <a:gd name="connsiteX46" fmla="*/ 299449 w 719551"/>
              <a:gd name="connsiteY46" fmla="*/ 374793 h 694328"/>
              <a:gd name="connsiteX47" fmla="*/ 303057 w 719551"/>
              <a:gd name="connsiteY47" fmla="*/ 375994 h 694328"/>
              <a:gd name="connsiteX48" fmla="*/ 288626 w 719551"/>
              <a:gd name="connsiteY48" fmla="*/ 315931 h 694328"/>
              <a:gd name="connsiteX49" fmla="*/ 250142 w 719551"/>
              <a:gd name="connsiteY49" fmla="*/ 144151 h 694328"/>
              <a:gd name="connsiteX50" fmla="*/ 233306 w 719551"/>
              <a:gd name="connsiteY50" fmla="*/ 177786 h 694328"/>
              <a:gd name="connsiteX51" fmla="*/ 298246 w 719551"/>
              <a:gd name="connsiteY51" fmla="*/ 243855 h 694328"/>
              <a:gd name="connsiteX52" fmla="*/ 306665 w 719551"/>
              <a:gd name="connsiteY52" fmla="*/ 377195 h 694328"/>
              <a:gd name="connsiteX53" fmla="*/ 298246 w 719551"/>
              <a:gd name="connsiteY53" fmla="*/ 512938 h 694328"/>
              <a:gd name="connsiteX54" fmla="*/ 291031 w 719551"/>
              <a:gd name="connsiteY54" fmla="*/ 445667 h 694328"/>
              <a:gd name="connsiteX55" fmla="*/ 246534 w 719551"/>
              <a:gd name="connsiteY55" fmla="*/ 418038 h 694328"/>
              <a:gd name="connsiteX56" fmla="*/ 233306 w 719551"/>
              <a:gd name="connsiteY56" fmla="*/ 446868 h 694328"/>
              <a:gd name="connsiteX57" fmla="*/ 298246 w 719551"/>
              <a:gd name="connsiteY57" fmla="*/ 512938 h 694328"/>
              <a:gd name="connsiteX58" fmla="*/ 358377 w 719551"/>
              <a:gd name="connsiteY58" fmla="*/ 601831 h 694328"/>
              <a:gd name="connsiteX59" fmla="*/ 355972 w 719551"/>
              <a:gd name="connsiteY59" fmla="*/ 607837 h 694328"/>
              <a:gd name="connsiteX60" fmla="*/ 238116 w 719551"/>
              <a:gd name="connsiteY60" fmla="*/ 690724 h 694328"/>
              <a:gd name="connsiteX61" fmla="*/ 227293 w 719551"/>
              <a:gd name="connsiteY61" fmla="*/ 694328 h 694328"/>
              <a:gd name="connsiteX62" fmla="*/ 0 w 719551"/>
              <a:gd name="connsiteY62" fmla="*/ 360378 h 694328"/>
              <a:gd name="connsiteX63" fmla="*/ 359579 w 719551"/>
              <a:gd name="connsiteY63" fmla="*/ 0 h 6943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</a:cxnLst>
            <a:rect l="l" t="t" r="r" b="b"/>
            <a:pathLst>
              <a:path w="719551" h="694328">
                <a:moveTo>
                  <a:pt x="365592" y="49251"/>
                </a:moveTo>
                <a:cubicBezTo>
                  <a:pt x="365592" y="54056"/>
                  <a:pt x="383631" y="88893"/>
                  <a:pt x="383631" y="88893"/>
                </a:cubicBezTo>
                <a:cubicBezTo>
                  <a:pt x="426925" y="153761"/>
                  <a:pt x="372808" y="225837"/>
                  <a:pt x="371605" y="228239"/>
                </a:cubicBezTo>
                <a:cubicBezTo>
                  <a:pt x="369200" y="230642"/>
                  <a:pt x="364390" y="239050"/>
                  <a:pt x="364390" y="245057"/>
                </a:cubicBezTo>
                <a:cubicBezTo>
                  <a:pt x="300652" y="199409"/>
                  <a:pt x="318691" y="126132"/>
                  <a:pt x="333122" y="103308"/>
                </a:cubicBezTo>
                <a:cubicBezTo>
                  <a:pt x="348756" y="79283"/>
                  <a:pt x="365592" y="49251"/>
                  <a:pt x="365592" y="49251"/>
                </a:cubicBezTo>
                <a:close/>
                <a:moveTo>
                  <a:pt x="359579" y="0"/>
                </a:moveTo>
                <a:cubicBezTo>
                  <a:pt x="508402" y="0"/>
                  <a:pt x="636930" y="91220"/>
                  <a:pt x="691893" y="220450"/>
                </a:cubicBezTo>
                <a:lnTo>
                  <a:pt x="712525" y="286472"/>
                </a:lnTo>
                <a:lnTo>
                  <a:pt x="719551" y="356173"/>
                </a:lnTo>
                <a:cubicBezTo>
                  <a:pt x="719551" y="381315"/>
                  <a:pt x="717004" y="405861"/>
                  <a:pt x="712152" y="429569"/>
                </a:cubicBezTo>
                <a:lnTo>
                  <a:pt x="694106" y="487706"/>
                </a:lnTo>
                <a:lnTo>
                  <a:pt x="671448" y="533826"/>
                </a:lnTo>
                <a:lnTo>
                  <a:pt x="657355" y="559790"/>
                </a:lnTo>
                <a:lnTo>
                  <a:pt x="634026" y="588066"/>
                </a:lnTo>
                <a:lnTo>
                  <a:pt x="601635" y="622971"/>
                </a:lnTo>
                <a:lnTo>
                  <a:pt x="567891" y="650812"/>
                </a:lnTo>
                <a:lnTo>
                  <a:pt x="515863" y="681565"/>
                </a:lnTo>
                <a:lnTo>
                  <a:pt x="497126" y="691735"/>
                </a:lnTo>
                <a:lnTo>
                  <a:pt x="491302" y="693543"/>
                </a:lnTo>
                <a:lnTo>
                  <a:pt x="482245" y="689523"/>
                </a:lnTo>
                <a:cubicBezTo>
                  <a:pt x="430533" y="667900"/>
                  <a:pt x="378821" y="641472"/>
                  <a:pt x="364390" y="609038"/>
                </a:cubicBezTo>
                <a:cubicBezTo>
                  <a:pt x="363187" y="605435"/>
                  <a:pt x="361985" y="604233"/>
                  <a:pt x="361985" y="601831"/>
                </a:cubicBezTo>
                <a:cubicBezTo>
                  <a:pt x="353566" y="574202"/>
                  <a:pt x="375213" y="539365"/>
                  <a:pt x="424520" y="512938"/>
                </a:cubicBezTo>
                <a:cubicBezTo>
                  <a:pt x="466611" y="491315"/>
                  <a:pt x="493069" y="464887"/>
                  <a:pt x="489461" y="446868"/>
                </a:cubicBezTo>
                <a:cubicBezTo>
                  <a:pt x="485853" y="432453"/>
                  <a:pt x="479840" y="422843"/>
                  <a:pt x="475029" y="418038"/>
                </a:cubicBezTo>
                <a:cubicBezTo>
                  <a:pt x="463003" y="428849"/>
                  <a:pt x="448572" y="438460"/>
                  <a:pt x="430533" y="445667"/>
                </a:cubicBezTo>
                <a:cubicBezTo>
                  <a:pt x="384834" y="470894"/>
                  <a:pt x="424520" y="512938"/>
                  <a:pt x="424520" y="512938"/>
                </a:cubicBezTo>
                <a:cubicBezTo>
                  <a:pt x="396860" y="509334"/>
                  <a:pt x="328312" y="428849"/>
                  <a:pt x="416102" y="377195"/>
                </a:cubicBezTo>
                <a:cubicBezTo>
                  <a:pt x="386037" y="366384"/>
                  <a:pt x="335527" y="290705"/>
                  <a:pt x="424520" y="243855"/>
                </a:cubicBezTo>
                <a:cubicBezTo>
                  <a:pt x="466611" y="221032"/>
                  <a:pt x="493069" y="195805"/>
                  <a:pt x="489461" y="177786"/>
                </a:cubicBezTo>
                <a:cubicBezTo>
                  <a:pt x="484650" y="156164"/>
                  <a:pt x="471422" y="144151"/>
                  <a:pt x="471422" y="144151"/>
                </a:cubicBezTo>
                <a:cubicBezTo>
                  <a:pt x="501487" y="164572"/>
                  <a:pt x="592885" y="222233"/>
                  <a:pt x="432938" y="315931"/>
                </a:cubicBezTo>
                <a:cubicBezTo>
                  <a:pt x="394455" y="337554"/>
                  <a:pt x="411291" y="367585"/>
                  <a:pt x="418507" y="375994"/>
                </a:cubicBezTo>
                <a:cubicBezTo>
                  <a:pt x="419710" y="375994"/>
                  <a:pt x="420912" y="374793"/>
                  <a:pt x="422115" y="374793"/>
                </a:cubicBezTo>
                <a:cubicBezTo>
                  <a:pt x="518323" y="323139"/>
                  <a:pt x="511108" y="266679"/>
                  <a:pt x="511108" y="266679"/>
                </a:cubicBezTo>
                <a:cubicBezTo>
                  <a:pt x="529147" y="287101"/>
                  <a:pt x="531552" y="365183"/>
                  <a:pt x="476232" y="416837"/>
                </a:cubicBezTo>
                <a:cubicBezTo>
                  <a:pt x="509905" y="439661"/>
                  <a:pt x="584467" y="496120"/>
                  <a:pt x="432938" y="586214"/>
                </a:cubicBezTo>
                <a:cubicBezTo>
                  <a:pt x="388442" y="610240"/>
                  <a:pt x="418507" y="646277"/>
                  <a:pt x="420912" y="647479"/>
                </a:cubicBezTo>
                <a:cubicBezTo>
                  <a:pt x="568833" y="619850"/>
                  <a:pt x="680675" y="488912"/>
                  <a:pt x="680675" y="332749"/>
                </a:cubicBezTo>
                <a:cubicBezTo>
                  <a:pt x="680675" y="157365"/>
                  <a:pt x="536362" y="13214"/>
                  <a:pt x="359579" y="13214"/>
                </a:cubicBezTo>
                <a:cubicBezTo>
                  <a:pt x="182796" y="13214"/>
                  <a:pt x="39686" y="157365"/>
                  <a:pt x="39686" y="332749"/>
                </a:cubicBezTo>
                <a:cubicBezTo>
                  <a:pt x="39686" y="490114"/>
                  <a:pt x="152731" y="621051"/>
                  <a:pt x="301854" y="648680"/>
                </a:cubicBezTo>
                <a:cubicBezTo>
                  <a:pt x="301854" y="648680"/>
                  <a:pt x="334325" y="610240"/>
                  <a:pt x="288626" y="586214"/>
                </a:cubicBezTo>
                <a:cubicBezTo>
                  <a:pt x="137097" y="496120"/>
                  <a:pt x="212861" y="439661"/>
                  <a:pt x="245332" y="416837"/>
                </a:cubicBezTo>
                <a:cubicBezTo>
                  <a:pt x="190012" y="365183"/>
                  <a:pt x="193620" y="287101"/>
                  <a:pt x="211659" y="266679"/>
                </a:cubicBezTo>
                <a:cubicBezTo>
                  <a:pt x="211659" y="266679"/>
                  <a:pt x="204443" y="323139"/>
                  <a:pt x="299449" y="374793"/>
                </a:cubicBezTo>
                <a:cubicBezTo>
                  <a:pt x="300652" y="374793"/>
                  <a:pt x="301854" y="375994"/>
                  <a:pt x="303057" y="375994"/>
                </a:cubicBezTo>
                <a:cubicBezTo>
                  <a:pt x="310273" y="367585"/>
                  <a:pt x="327109" y="337554"/>
                  <a:pt x="288626" y="315931"/>
                </a:cubicBezTo>
                <a:cubicBezTo>
                  <a:pt x="128679" y="222233"/>
                  <a:pt x="220077" y="164572"/>
                  <a:pt x="250142" y="144151"/>
                </a:cubicBezTo>
                <a:cubicBezTo>
                  <a:pt x="250142" y="144151"/>
                  <a:pt x="238116" y="156164"/>
                  <a:pt x="233306" y="177786"/>
                </a:cubicBezTo>
                <a:cubicBezTo>
                  <a:pt x="228495" y="195805"/>
                  <a:pt x="254953" y="221032"/>
                  <a:pt x="298246" y="243855"/>
                </a:cubicBezTo>
                <a:cubicBezTo>
                  <a:pt x="386037" y="290705"/>
                  <a:pt x="335527" y="366384"/>
                  <a:pt x="306665" y="377195"/>
                </a:cubicBezTo>
                <a:cubicBezTo>
                  <a:pt x="393252" y="428849"/>
                  <a:pt x="325906" y="509334"/>
                  <a:pt x="298246" y="512938"/>
                </a:cubicBezTo>
                <a:cubicBezTo>
                  <a:pt x="298246" y="512938"/>
                  <a:pt x="336730" y="470894"/>
                  <a:pt x="291031" y="445667"/>
                </a:cubicBezTo>
                <a:cubicBezTo>
                  <a:pt x="272992" y="438460"/>
                  <a:pt x="258561" y="428849"/>
                  <a:pt x="246534" y="418038"/>
                </a:cubicBezTo>
                <a:cubicBezTo>
                  <a:pt x="242927" y="422843"/>
                  <a:pt x="235711" y="432453"/>
                  <a:pt x="233306" y="446868"/>
                </a:cubicBezTo>
                <a:cubicBezTo>
                  <a:pt x="228495" y="464887"/>
                  <a:pt x="254953" y="491315"/>
                  <a:pt x="298246" y="512938"/>
                </a:cubicBezTo>
                <a:cubicBezTo>
                  <a:pt x="346351" y="539365"/>
                  <a:pt x="366795" y="574202"/>
                  <a:pt x="358377" y="601831"/>
                </a:cubicBezTo>
                <a:cubicBezTo>
                  <a:pt x="357174" y="604233"/>
                  <a:pt x="357174" y="605435"/>
                  <a:pt x="355972" y="607837"/>
                </a:cubicBezTo>
                <a:cubicBezTo>
                  <a:pt x="341540" y="641472"/>
                  <a:pt x="291031" y="667900"/>
                  <a:pt x="238116" y="690724"/>
                </a:cubicBezTo>
                <a:cubicBezTo>
                  <a:pt x="234508" y="691925"/>
                  <a:pt x="230901" y="693127"/>
                  <a:pt x="227293" y="694328"/>
                </a:cubicBezTo>
                <a:cubicBezTo>
                  <a:pt x="93804" y="641472"/>
                  <a:pt x="0" y="511736"/>
                  <a:pt x="0" y="360378"/>
                </a:cubicBezTo>
                <a:cubicBezTo>
                  <a:pt x="0" y="162170"/>
                  <a:pt x="161149" y="0"/>
                  <a:pt x="359579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4">
                  <a:lumMod val="50000"/>
                </a:schemeClr>
              </a:gs>
              <a:gs pos="42000">
                <a:srgbClr val="FFC000"/>
              </a:gs>
              <a:gs pos="74000">
                <a:schemeClr val="accent4">
                  <a:lumMod val="50000"/>
                </a:schemeClr>
              </a:gs>
              <a:gs pos="93000">
                <a:schemeClr val="accent4">
                  <a:lumMod val="75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>
            <p:custDataLst>
              <p:tags r:id="rId4"/>
            </p:custDataLst>
          </p:nvPr>
        </p:nvSpPr>
        <p:spPr>
          <a:xfrm>
            <a:off x="493920" y="173989"/>
            <a:ext cx="4194958" cy="74612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3800" spc="100" dirty="0">
                <a:solidFill>
                  <a:schemeClr val="bg1"/>
                </a:solidFill>
                <a:latin typeface="华文中宋" panose="02010600040101010101" charset="-122"/>
                <a:ea typeface="华文中宋" panose="02010600040101010101" charset="-122"/>
                <a:sym typeface="+mn-ea"/>
              </a:rPr>
              <a:t>3.</a:t>
            </a:r>
            <a:r>
              <a:rPr lang="zh-CN" altLang="en-US" sz="3800" spc="100" dirty="0">
                <a:solidFill>
                  <a:schemeClr val="bg1"/>
                </a:solidFill>
                <a:latin typeface="华文中宋" panose="02010600040101010101" charset="-122"/>
                <a:ea typeface="华文中宋" panose="02010600040101010101" charset="-122"/>
                <a:sym typeface="+mn-ea"/>
              </a:rPr>
              <a:t>程序运行与测试</a:t>
            </a:r>
            <a:endParaRPr lang="zh-CN" altLang="en-US" sz="3800" spc="100" dirty="0">
              <a:solidFill>
                <a:schemeClr val="bg1"/>
              </a:solidFill>
              <a:latin typeface="华文中宋" panose="02010600040101010101" charset="-122"/>
              <a:ea typeface="华文中宋" panose="02010600040101010101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4442" y="1716149"/>
            <a:ext cx="8169150" cy="4201200"/>
          </a:xfrm>
          <a:prstGeom prst="rect">
            <a:avLst/>
          </a:prstGeom>
        </p:spPr>
      </p:pic>
      <p:sp>
        <p:nvSpPr>
          <p:cNvPr id="6" name="文本框 5"/>
          <p:cNvSpPr txBox="1"/>
          <p:nvPr>
            <p:custDataLst>
              <p:tags r:id="rId6"/>
            </p:custDataLst>
          </p:nvPr>
        </p:nvSpPr>
        <p:spPr>
          <a:xfrm>
            <a:off x="440055" y="1075055"/>
            <a:ext cx="6311380" cy="52322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5400">
                <a:ln w="38100">
                  <a:noFill/>
                </a:ln>
                <a:solidFill>
                  <a:srgbClr val="CA0000"/>
                </a:solidFill>
                <a:latin typeface="+mj-ea"/>
                <a:ea typeface="+mj-ea"/>
              </a:defRPr>
            </a:lvl1pPr>
          </a:lstStyle>
          <a:p>
            <a:r>
              <a:rPr lang="zh-CN" altLang="en-US" sz="2800" dirty="0">
                <a:solidFill>
                  <a:srgbClr val="2E461C"/>
                </a:solidFill>
                <a:latin typeface="华文中宋" panose="02010600040101010101" charset="-122"/>
                <a:ea typeface="华文中宋" panose="02010600040101010101" charset="-122"/>
                <a:sym typeface="+mn-ea"/>
              </a:rPr>
              <a:t>通过浏览器访问</a:t>
            </a:r>
            <a:r>
              <a:rPr lang="en-US" altLang="zh-CN" sz="2800" dirty="0">
                <a:solidFill>
                  <a:srgbClr val="2E461C"/>
                </a:solidFill>
                <a:latin typeface="华文中宋" panose="02010600040101010101" charset="-122"/>
                <a:ea typeface="华文中宋" panose="02010600040101010101" charset="-122"/>
                <a:sym typeface="+mn-ea"/>
              </a:rPr>
              <a:t>Web</a:t>
            </a:r>
            <a:r>
              <a:rPr lang="zh-CN" altLang="en-US" sz="2800" dirty="0">
                <a:solidFill>
                  <a:srgbClr val="2E461C"/>
                </a:solidFill>
                <a:latin typeface="华文中宋" panose="02010600040101010101" charset="-122"/>
                <a:ea typeface="华文中宋" panose="02010600040101010101" charset="-122"/>
                <a:sym typeface="+mn-ea"/>
              </a:rPr>
              <a:t>服务器，测试功能</a:t>
            </a:r>
            <a:endParaRPr lang="zh-CN" altLang="en-US" sz="2800" dirty="0">
              <a:solidFill>
                <a:srgbClr val="2E461C"/>
              </a:solidFill>
              <a:latin typeface="华文中宋" panose="02010600040101010101" charset="-122"/>
              <a:ea typeface="华文中宋" panose="02010600040101010101" charset="-122"/>
              <a:sym typeface="+mn-ea"/>
            </a:endParaRPr>
          </a:p>
        </p:txBody>
      </p:sp>
      <p:cxnSp>
        <p:nvCxnSpPr>
          <p:cNvPr id="7" name="直接连接符 6"/>
          <p:cNvCxnSpPr/>
          <p:nvPr/>
        </p:nvCxnSpPr>
        <p:spPr>
          <a:xfrm>
            <a:off x="563245" y="1597025"/>
            <a:ext cx="6091937" cy="1250"/>
          </a:xfrm>
          <a:prstGeom prst="line">
            <a:avLst/>
          </a:prstGeom>
          <a:ln w="31750">
            <a:gradFill>
              <a:gsLst>
                <a:gs pos="0">
                  <a:schemeClr val="accent1">
                    <a:hueOff val="-4200000"/>
                  </a:schemeClr>
                </a:gs>
                <a:gs pos="100000">
                  <a:schemeClr val="accent1"/>
                </a:gs>
              </a:gsLst>
            </a:gra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8" name="文本框 7"/>
          <p:cNvSpPr txBox="1"/>
          <p:nvPr/>
        </p:nvSpPr>
        <p:spPr>
          <a:xfrm>
            <a:off x="3403953" y="6101649"/>
            <a:ext cx="47301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>
                <a:latin typeface="华文中宋" panose="02010600040101010101" charset="-122"/>
                <a:ea typeface="华文中宋" panose="02010600040101010101" charset="-122"/>
              </a:rPr>
              <a:t>点击</a:t>
            </a:r>
            <a:r>
              <a:rPr lang="en-US" altLang="zh-CN">
                <a:latin typeface="华文中宋" panose="02010600040101010101" charset="-122"/>
                <a:ea typeface="华文中宋" panose="02010600040101010101" charset="-122"/>
              </a:rPr>
              <a:t>jpg</a:t>
            </a:r>
            <a:r>
              <a:rPr lang="zh-CN" altLang="en-US">
                <a:latin typeface="华文中宋" panose="02010600040101010101" charset="-122"/>
                <a:ea typeface="华文中宋" panose="02010600040101010101" charset="-122"/>
              </a:rPr>
              <a:t>文件后下载到本地并在浏览器中查看</a:t>
            </a:r>
            <a:endParaRPr lang="zh-CN" altLang="en-US" dirty="0">
              <a:latin typeface="华文中宋" panose="02010600040101010101" charset="-122"/>
              <a:ea typeface="华文中宋" panose="02010600040101010101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>
        <p159:morph option="byObject"/>
      </p:transition>
    </mc:Choice>
    <mc:Fallback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>
            <p:custDataLst>
              <p:tags r:id="rId1"/>
            </p:custDataLst>
          </p:nvPr>
        </p:nvSpPr>
        <p:spPr>
          <a:xfrm>
            <a:off x="0" y="0"/>
            <a:ext cx="12191365" cy="6858000"/>
          </a:xfrm>
          <a:prstGeom prst="rect">
            <a:avLst/>
          </a:prstGeom>
          <a:gradFill>
            <a:gsLst>
              <a:gs pos="1000">
                <a:srgbClr val="C1DFAE">
                  <a:alpha val="76000"/>
                </a:srgbClr>
              </a:gs>
              <a:gs pos="27000">
                <a:srgbClr val="7EAC8D">
                  <a:alpha val="82000"/>
                </a:srgbClr>
              </a:gs>
              <a:gs pos="76000">
                <a:srgbClr val="1A6840">
                  <a:alpha val="75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文本框 21"/>
          <p:cNvSpPr txBox="1"/>
          <p:nvPr/>
        </p:nvSpPr>
        <p:spPr>
          <a:xfrm>
            <a:off x="4308938" y="2717780"/>
            <a:ext cx="644271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5400" dirty="0">
                <a:solidFill>
                  <a:srgbClr val="2E461C"/>
                </a:solidFill>
                <a:latin typeface="华文中宋" panose="02010600040101010101" charset="-122"/>
                <a:ea typeface="华文中宋" panose="02010600040101010101" charset="-122"/>
              </a:rPr>
              <a:t>总结</a:t>
            </a:r>
            <a:endParaRPr lang="zh-CN" altLang="en-US" sz="5400" dirty="0">
              <a:solidFill>
                <a:srgbClr val="2E461C"/>
              </a:solidFill>
              <a:latin typeface="华文中宋" panose="02010600040101010101" charset="-122"/>
              <a:ea typeface="华文中宋" panose="02010600040101010101" charset="-122"/>
            </a:endParaRPr>
          </a:p>
        </p:txBody>
      </p:sp>
      <p:pic>
        <p:nvPicPr>
          <p:cNvPr id="4" name="图片 3" descr="带字透明底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rcRect t="29740" b="22457"/>
          <a:stretch>
            <a:fillRect/>
          </a:stretch>
        </p:blipFill>
        <p:spPr>
          <a:xfrm>
            <a:off x="9144000" y="103505"/>
            <a:ext cx="3048000" cy="746125"/>
          </a:xfrm>
          <a:prstGeom prst="rect">
            <a:avLst/>
          </a:prstGeom>
        </p:spPr>
      </p:pic>
      <p:sp>
        <p:nvSpPr>
          <p:cNvPr id="13" name="椭圆 12"/>
          <p:cNvSpPr/>
          <p:nvPr/>
        </p:nvSpPr>
        <p:spPr>
          <a:xfrm>
            <a:off x="2021840" y="2267585"/>
            <a:ext cx="1786890" cy="1823720"/>
          </a:xfrm>
          <a:prstGeom prst="ellipse">
            <a:avLst/>
          </a:prstGeom>
          <a:solidFill>
            <a:schemeClr val="bg1"/>
          </a:solidFill>
          <a:ln>
            <a:gradFill>
              <a:gsLst>
                <a:gs pos="0">
                  <a:schemeClr val="accent6">
                    <a:lumMod val="40000"/>
                    <a:lumOff val="60000"/>
                  </a:schemeClr>
                </a:gs>
                <a:gs pos="100000">
                  <a:schemeClr val="accent6">
                    <a:lumMod val="50000"/>
                  </a:schemeClr>
                </a:gs>
              </a:gsLst>
              <a:lin ang="5400000" scaled="1"/>
            </a:gradFill>
          </a:ln>
          <a:effectLst>
            <a:outerShdw blurRad="50800" dist="38100" dir="2700000" algn="tl" rotWithShape="0">
              <a:prstClr val="black">
                <a:alpha val="1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/>
          <p:cNvSpPr txBox="1"/>
          <p:nvPr/>
        </p:nvSpPr>
        <p:spPr>
          <a:xfrm>
            <a:off x="2207895" y="2518410"/>
            <a:ext cx="1384300" cy="13220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8000" b="1" dirty="0">
                <a:solidFill>
                  <a:srgbClr val="2E461C"/>
                </a:solidFill>
                <a:latin typeface="华文中宋" panose="02010600040101010101" charset="-122"/>
                <a:ea typeface="华文中宋" panose="02010600040101010101" charset="-122"/>
              </a:rPr>
              <a:t>4</a:t>
            </a:r>
            <a:endParaRPr lang="en-US" altLang="zh-CN" sz="8000" b="1" dirty="0">
              <a:solidFill>
                <a:srgbClr val="2E461C"/>
              </a:solidFill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>
        <p159:morph option="byObject"/>
      </p:transition>
    </mc:Choice>
    <mc:Fallback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对角圆角矩形 1"/>
          <p:cNvSpPr/>
          <p:nvPr>
            <p:custDataLst>
              <p:tags r:id="rId1"/>
            </p:custDataLst>
          </p:nvPr>
        </p:nvSpPr>
        <p:spPr>
          <a:xfrm>
            <a:off x="-397323" y="292"/>
            <a:ext cx="13160188" cy="956889"/>
          </a:xfrm>
          <a:prstGeom prst="round2DiagRect">
            <a:avLst>
              <a:gd name="adj1" fmla="val 50000"/>
              <a:gd name="adj2" fmla="val 0"/>
            </a:avLst>
          </a:prstGeom>
          <a:gradFill>
            <a:gsLst>
              <a:gs pos="0">
                <a:srgbClr val="5D9D72">
                  <a:alpha val="100000"/>
                </a:srgbClr>
              </a:gs>
              <a:gs pos="49000">
                <a:srgbClr val="6EA844"/>
              </a:gs>
              <a:gs pos="100000">
                <a:srgbClr val="1D7546"/>
              </a:gs>
            </a:gsLst>
            <a:lin ang="10800000" scaled="0"/>
          </a:gradFill>
          <a:ln>
            <a:noFill/>
          </a:ln>
          <a:effectLst>
            <a:outerShdw blurRad="50800" dist="38100" dir="2700000" algn="tl" rotWithShape="0">
              <a:prstClr val="black">
                <a:alpha val="2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3" name="图片 2" descr="带字透明底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rcRect t="29740" b="22457"/>
          <a:stretch>
            <a:fillRect/>
          </a:stretch>
        </p:blipFill>
        <p:spPr>
          <a:xfrm>
            <a:off x="9144000" y="103505"/>
            <a:ext cx="3048000" cy="746125"/>
          </a:xfrm>
          <a:prstGeom prst="rect">
            <a:avLst/>
          </a:prstGeom>
        </p:spPr>
      </p:pic>
      <p:sp>
        <p:nvSpPr>
          <p:cNvPr id="19" name="任意多边形: 形状 3"/>
          <p:cNvSpPr/>
          <p:nvPr/>
        </p:nvSpPr>
        <p:spPr>
          <a:xfrm>
            <a:off x="-497205" y="-2540"/>
            <a:ext cx="984250" cy="959485"/>
          </a:xfrm>
          <a:custGeom>
            <a:avLst/>
            <a:gdLst>
              <a:gd name="connsiteX0" fmla="*/ 365592 w 719551"/>
              <a:gd name="connsiteY0" fmla="*/ 49251 h 694328"/>
              <a:gd name="connsiteX1" fmla="*/ 383631 w 719551"/>
              <a:gd name="connsiteY1" fmla="*/ 88893 h 694328"/>
              <a:gd name="connsiteX2" fmla="*/ 371605 w 719551"/>
              <a:gd name="connsiteY2" fmla="*/ 228239 h 694328"/>
              <a:gd name="connsiteX3" fmla="*/ 364390 w 719551"/>
              <a:gd name="connsiteY3" fmla="*/ 245057 h 694328"/>
              <a:gd name="connsiteX4" fmla="*/ 333122 w 719551"/>
              <a:gd name="connsiteY4" fmla="*/ 103308 h 694328"/>
              <a:gd name="connsiteX5" fmla="*/ 365592 w 719551"/>
              <a:gd name="connsiteY5" fmla="*/ 49251 h 694328"/>
              <a:gd name="connsiteX6" fmla="*/ 359579 w 719551"/>
              <a:gd name="connsiteY6" fmla="*/ 0 h 694328"/>
              <a:gd name="connsiteX7" fmla="*/ 691893 w 719551"/>
              <a:gd name="connsiteY7" fmla="*/ 220450 h 694328"/>
              <a:gd name="connsiteX8" fmla="*/ 712525 w 719551"/>
              <a:gd name="connsiteY8" fmla="*/ 286472 h 694328"/>
              <a:gd name="connsiteX9" fmla="*/ 719551 w 719551"/>
              <a:gd name="connsiteY9" fmla="*/ 356173 h 694328"/>
              <a:gd name="connsiteX10" fmla="*/ 712152 w 719551"/>
              <a:gd name="connsiteY10" fmla="*/ 429569 h 694328"/>
              <a:gd name="connsiteX11" fmla="*/ 694106 w 719551"/>
              <a:gd name="connsiteY11" fmla="*/ 487706 h 694328"/>
              <a:gd name="connsiteX12" fmla="*/ 671448 w 719551"/>
              <a:gd name="connsiteY12" fmla="*/ 533826 h 694328"/>
              <a:gd name="connsiteX13" fmla="*/ 657355 w 719551"/>
              <a:gd name="connsiteY13" fmla="*/ 559790 h 694328"/>
              <a:gd name="connsiteX14" fmla="*/ 634026 w 719551"/>
              <a:gd name="connsiteY14" fmla="*/ 588066 h 694328"/>
              <a:gd name="connsiteX15" fmla="*/ 601635 w 719551"/>
              <a:gd name="connsiteY15" fmla="*/ 622971 h 694328"/>
              <a:gd name="connsiteX16" fmla="*/ 567891 w 719551"/>
              <a:gd name="connsiteY16" fmla="*/ 650812 h 694328"/>
              <a:gd name="connsiteX17" fmla="*/ 515863 w 719551"/>
              <a:gd name="connsiteY17" fmla="*/ 681565 h 694328"/>
              <a:gd name="connsiteX18" fmla="*/ 497126 w 719551"/>
              <a:gd name="connsiteY18" fmla="*/ 691735 h 694328"/>
              <a:gd name="connsiteX19" fmla="*/ 491302 w 719551"/>
              <a:gd name="connsiteY19" fmla="*/ 693543 h 694328"/>
              <a:gd name="connsiteX20" fmla="*/ 482245 w 719551"/>
              <a:gd name="connsiteY20" fmla="*/ 689523 h 694328"/>
              <a:gd name="connsiteX21" fmla="*/ 364390 w 719551"/>
              <a:gd name="connsiteY21" fmla="*/ 609038 h 694328"/>
              <a:gd name="connsiteX22" fmla="*/ 361985 w 719551"/>
              <a:gd name="connsiteY22" fmla="*/ 601831 h 694328"/>
              <a:gd name="connsiteX23" fmla="*/ 424520 w 719551"/>
              <a:gd name="connsiteY23" fmla="*/ 512938 h 694328"/>
              <a:gd name="connsiteX24" fmla="*/ 489461 w 719551"/>
              <a:gd name="connsiteY24" fmla="*/ 446868 h 694328"/>
              <a:gd name="connsiteX25" fmla="*/ 475029 w 719551"/>
              <a:gd name="connsiteY25" fmla="*/ 418038 h 694328"/>
              <a:gd name="connsiteX26" fmla="*/ 430533 w 719551"/>
              <a:gd name="connsiteY26" fmla="*/ 445667 h 694328"/>
              <a:gd name="connsiteX27" fmla="*/ 424520 w 719551"/>
              <a:gd name="connsiteY27" fmla="*/ 512938 h 694328"/>
              <a:gd name="connsiteX28" fmla="*/ 416102 w 719551"/>
              <a:gd name="connsiteY28" fmla="*/ 377195 h 694328"/>
              <a:gd name="connsiteX29" fmla="*/ 424520 w 719551"/>
              <a:gd name="connsiteY29" fmla="*/ 243855 h 694328"/>
              <a:gd name="connsiteX30" fmla="*/ 489461 w 719551"/>
              <a:gd name="connsiteY30" fmla="*/ 177786 h 694328"/>
              <a:gd name="connsiteX31" fmla="*/ 471422 w 719551"/>
              <a:gd name="connsiteY31" fmla="*/ 144151 h 694328"/>
              <a:gd name="connsiteX32" fmla="*/ 432938 w 719551"/>
              <a:gd name="connsiteY32" fmla="*/ 315931 h 694328"/>
              <a:gd name="connsiteX33" fmla="*/ 418507 w 719551"/>
              <a:gd name="connsiteY33" fmla="*/ 375994 h 694328"/>
              <a:gd name="connsiteX34" fmla="*/ 422115 w 719551"/>
              <a:gd name="connsiteY34" fmla="*/ 374793 h 694328"/>
              <a:gd name="connsiteX35" fmla="*/ 511108 w 719551"/>
              <a:gd name="connsiteY35" fmla="*/ 266679 h 694328"/>
              <a:gd name="connsiteX36" fmla="*/ 476232 w 719551"/>
              <a:gd name="connsiteY36" fmla="*/ 416837 h 694328"/>
              <a:gd name="connsiteX37" fmla="*/ 432938 w 719551"/>
              <a:gd name="connsiteY37" fmla="*/ 586214 h 694328"/>
              <a:gd name="connsiteX38" fmla="*/ 420912 w 719551"/>
              <a:gd name="connsiteY38" fmla="*/ 647479 h 694328"/>
              <a:gd name="connsiteX39" fmla="*/ 680675 w 719551"/>
              <a:gd name="connsiteY39" fmla="*/ 332749 h 694328"/>
              <a:gd name="connsiteX40" fmla="*/ 359579 w 719551"/>
              <a:gd name="connsiteY40" fmla="*/ 13214 h 694328"/>
              <a:gd name="connsiteX41" fmla="*/ 39686 w 719551"/>
              <a:gd name="connsiteY41" fmla="*/ 332749 h 694328"/>
              <a:gd name="connsiteX42" fmla="*/ 301854 w 719551"/>
              <a:gd name="connsiteY42" fmla="*/ 648680 h 694328"/>
              <a:gd name="connsiteX43" fmla="*/ 288626 w 719551"/>
              <a:gd name="connsiteY43" fmla="*/ 586214 h 694328"/>
              <a:gd name="connsiteX44" fmla="*/ 245332 w 719551"/>
              <a:gd name="connsiteY44" fmla="*/ 416837 h 694328"/>
              <a:gd name="connsiteX45" fmla="*/ 211659 w 719551"/>
              <a:gd name="connsiteY45" fmla="*/ 266679 h 694328"/>
              <a:gd name="connsiteX46" fmla="*/ 299449 w 719551"/>
              <a:gd name="connsiteY46" fmla="*/ 374793 h 694328"/>
              <a:gd name="connsiteX47" fmla="*/ 303057 w 719551"/>
              <a:gd name="connsiteY47" fmla="*/ 375994 h 694328"/>
              <a:gd name="connsiteX48" fmla="*/ 288626 w 719551"/>
              <a:gd name="connsiteY48" fmla="*/ 315931 h 694328"/>
              <a:gd name="connsiteX49" fmla="*/ 250142 w 719551"/>
              <a:gd name="connsiteY49" fmla="*/ 144151 h 694328"/>
              <a:gd name="connsiteX50" fmla="*/ 233306 w 719551"/>
              <a:gd name="connsiteY50" fmla="*/ 177786 h 694328"/>
              <a:gd name="connsiteX51" fmla="*/ 298246 w 719551"/>
              <a:gd name="connsiteY51" fmla="*/ 243855 h 694328"/>
              <a:gd name="connsiteX52" fmla="*/ 306665 w 719551"/>
              <a:gd name="connsiteY52" fmla="*/ 377195 h 694328"/>
              <a:gd name="connsiteX53" fmla="*/ 298246 w 719551"/>
              <a:gd name="connsiteY53" fmla="*/ 512938 h 694328"/>
              <a:gd name="connsiteX54" fmla="*/ 291031 w 719551"/>
              <a:gd name="connsiteY54" fmla="*/ 445667 h 694328"/>
              <a:gd name="connsiteX55" fmla="*/ 246534 w 719551"/>
              <a:gd name="connsiteY55" fmla="*/ 418038 h 694328"/>
              <a:gd name="connsiteX56" fmla="*/ 233306 w 719551"/>
              <a:gd name="connsiteY56" fmla="*/ 446868 h 694328"/>
              <a:gd name="connsiteX57" fmla="*/ 298246 w 719551"/>
              <a:gd name="connsiteY57" fmla="*/ 512938 h 694328"/>
              <a:gd name="connsiteX58" fmla="*/ 358377 w 719551"/>
              <a:gd name="connsiteY58" fmla="*/ 601831 h 694328"/>
              <a:gd name="connsiteX59" fmla="*/ 355972 w 719551"/>
              <a:gd name="connsiteY59" fmla="*/ 607837 h 694328"/>
              <a:gd name="connsiteX60" fmla="*/ 238116 w 719551"/>
              <a:gd name="connsiteY60" fmla="*/ 690724 h 694328"/>
              <a:gd name="connsiteX61" fmla="*/ 227293 w 719551"/>
              <a:gd name="connsiteY61" fmla="*/ 694328 h 694328"/>
              <a:gd name="connsiteX62" fmla="*/ 0 w 719551"/>
              <a:gd name="connsiteY62" fmla="*/ 360378 h 694328"/>
              <a:gd name="connsiteX63" fmla="*/ 359579 w 719551"/>
              <a:gd name="connsiteY63" fmla="*/ 0 h 6943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</a:cxnLst>
            <a:rect l="l" t="t" r="r" b="b"/>
            <a:pathLst>
              <a:path w="719551" h="694328">
                <a:moveTo>
                  <a:pt x="365592" y="49251"/>
                </a:moveTo>
                <a:cubicBezTo>
                  <a:pt x="365592" y="54056"/>
                  <a:pt x="383631" y="88893"/>
                  <a:pt x="383631" y="88893"/>
                </a:cubicBezTo>
                <a:cubicBezTo>
                  <a:pt x="426925" y="153761"/>
                  <a:pt x="372808" y="225837"/>
                  <a:pt x="371605" y="228239"/>
                </a:cubicBezTo>
                <a:cubicBezTo>
                  <a:pt x="369200" y="230642"/>
                  <a:pt x="364390" y="239050"/>
                  <a:pt x="364390" y="245057"/>
                </a:cubicBezTo>
                <a:cubicBezTo>
                  <a:pt x="300652" y="199409"/>
                  <a:pt x="318691" y="126132"/>
                  <a:pt x="333122" y="103308"/>
                </a:cubicBezTo>
                <a:cubicBezTo>
                  <a:pt x="348756" y="79283"/>
                  <a:pt x="365592" y="49251"/>
                  <a:pt x="365592" y="49251"/>
                </a:cubicBezTo>
                <a:close/>
                <a:moveTo>
                  <a:pt x="359579" y="0"/>
                </a:moveTo>
                <a:cubicBezTo>
                  <a:pt x="508402" y="0"/>
                  <a:pt x="636930" y="91220"/>
                  <a:pt x="691893" y="220450"/>
                </a:cubicBezTo>
                <a:lnTo>
                  <a:pt x="712525" y="286472"/>
                </a:lnTo>
                <a:lnTo>
                  <a:pt x="719551" y="356173"/>
                </a:lnTo>
                <a:cubicBezTo>
                  <a:pt x="719551" y="381315"/>
                  <a:pt x="717004" y="405861"/>
                  <a:pt x="712152" y="429569"/>
                </a:cubicBezTo>
                <a:lnTo>
                  <a:pt x="694106" y="487706"/>
                </a:lnTo>
                <a:lnTo>
                  <a:pt x="671448" y="533826"/>
                </a:lnTo>
                <a:lnTo>
                  <a:pt x="657355" y="559790"/>
                </a:lnTo>
                <a:lnTo>
                  <a:pt x="634026" y="588066"/>
                </a:lnTo>
                <a:lnTo>
                  <a:pt x="601635" y="622971"/>
                </a:lnTo>
                <a:lnTo>
                  <a:pt x="567891" y="650812"/>
                </a:lnTo>
                <a:lnTo>
                  <a:pt x="515863" y="681565"/>
                </a:lnTo>
                <a:lnTo>
                  <a:pt x="497126" y="691735"/>
                </a:lnTo>
                <a:lnTo>
                  <a:pt x="491302" y="693543"/>
                </a:lnTo>
                <a:lnTo>
                  <a:pt x="482245" y="689523"/>
                </a:lnTo>
                <a:cubicBezTo>
                  <a:pt x="430533" y="667900"/>
                  <a:pt x="378821" y="641472"/>
                  <a:pt x="364390" y="609038"/>
                </a:cubicBezTo>
                <a:cubicBezTo>
                  <a:pt x="363187" y="605435"/>
                  <a:pt x="361985" y="604233"/>
                  <a:pt x="361985" y="601831"/>
                </a:cubicBezTo>
                <a:cubicBezTo>
                  <a:pt x="353566" y="574202"/>
                  <a:pt x="375213" y="539365"/>
                  <a:pt x="424520" y="512938"/>
                </a:cubicBezTo>
                <a:cubicBezTo>
                  <a:pt x="466611" y="491315"/>
                  <a:pt x="493069" y="464887"/>
                  <a:pt x="489461" y="446868"/>
                </a:cubicBezTo>
                <a:cubicBezTo>
                  <a:pt x="485853" y="432453"/>
                  <a:pt x="479840" y="422843"/>
                  <a:pt x="475029" y="418038"/>
                </a:cubicBezTo>
                <a:cubicBezTo>
                  <a:pt x="463003" y="428849"/>
                  <a:pt x="448572" y="438460"/>
                  <a:pt x="430533" y="445667"/>
                </a:cubicBezTo>
                <a:cubicBezTo>
                  <a:pt x="384834" y="470894"/>
                  <a:pt x="424520" y="512938"/>
                  <a:pt x="424520" y="512938"/>
                </a:cubicBezTo>
                <a:cubicBezTo>
                  <a:pt x="396860" y="509334"/>
                  <a:pt x="328312" y="428849"/>
                  <a:pt x="416102" y="377195"/>
                </a:cubicBezTo>
                <a:cubicBezTo>
                  <a:pt x="386037" y="366384"/>
                  <a:pt x="335527" y="290705"/>
                  <a:pt x="424520" y="243855"/>
                </a:cubicBezTo>
                <a:cubicBezTo>
                  <a:pt x="466611" y="221032"/>
                  <a:pt x="493069" y="195805"/>
                  <a:pt x="489461" y="177786"/>
                </a:cubicBezTo>
                <a:cubicBezTo>
                  <a:pt x="484650" y="156164"/>
                  <a:pt x="471422" y="144151"/>
                  <a:pt x="471422" y="144151"/>
                </a:cubicBezTo>
                <a:cubicBezTo>
                  <a:pt x="501487" y="164572"/>
                  <a:pt x="592885" y="222233"/>
                  <a:pt x="432938" y="315931"/>
                </a:cubicBezTo>
                <a:cubicBezTo>
                  <a:pt x="394455" y="337554"/>
                  <a:pt x="411291" y="367585"/>
                  <a:pt x="418507" y="375994"/>
                </a:cubicBezTo>
                <a:cubicBezTo>
                  <a:pt x="419710" y="375994"/>
                  <a:pt x="420912" y="374793"/>
                  <a:pt x="422115" y="374793"/>
                </a:cubicBezTo>
                <a:cubicBezTo>
                  <a:pt x="518323" y="323139"/>
                  <a:pt x="511108" y="266679"/>
                  <a:pt x="511108" y="266679"/>
                </a:cubicBezTo>
                <a:cubicBezTo>
                  <a:pt x="529147" y="287101"/>
                  <a:pt x="531552" y="365183"/>
                  <a:pt x="476232" y="416837"/>
                </a:cubicBezTo>
                <a:cubicBezTo>
                  <a:pt x="509905" y="439661"/>
                  <a:pt x="584467" y="496120"/>
                  <a:pt x="432938" y="586214"/>
                </a:cubicBezTo>
                <a:cubicBezTo>
                  <a:pt x="388442" y="610240"/>
                  <a:pt x="418507" y="646277"/>
                  <a:pt x="420912" y="647479"/>
                </a:cubicBezTo>
                <a:cubicBezTo>
                  <a:pt x="568833" y="619850"/>
                  <a:pt x="680675" y="488912"/>
                  <a:pt x="680675" y="332749"/>
                </a:cubicBezTo>
                <a:cubicBezTo>
                  <a:pt x="680675" y="157365"/>
                  <a:pt x="536362" y="13214"/>
                  <a:pt x="359579" y="13214"/>
                </a:cubicBezTo>
                <a:cubicBezTo>
                  <a:pt x="182796" y="13214"/>
                  <a:pt x="39686" y="157365"/>
                  <a:pt x="39686" y="332749"/>
                </a:cubicBezTo>
                <a:cubicBezTo>
                  <a:pt x="39686" y="490114"/>
                  <a:pt x="152731" y="621051"/>
                  <a:pt x="301854" y="648680"/>
                </a:cubicBezTo>
                <a:cubicBezTo>
                  <a:pt x="301854" y="648680"/>
                  <a:pt x="334325" y="610240"/>
                  <a:pt x="288626" y="586214"/>
                </a:cubicBezTo>
                <a:cubicBezTo>
                  <a:pt x="137097" y="496120"/>
                  <a:pt x="212861" y="439661"/>
                  <a:pt x="245332" y="416837"/>
                </a:cubicBezTo>
                <a:cubicBezTo>
                  <a:pt x="190012" y="365183"/>
                  <a:pt x="193620" y="287101"/>
                  <a:pt x="211659" y="266679"/>
                </a:cubicBezTo>
                <a:cubicBezTo>
                  <a:pt x="211659" y="266679"/>
                  <a:pt x="204443" y="323139"/>
                  <a:pt x="299449" y="374793"/>
                </a:cubicBezTo>
                <a:cubicBezTo>
                  <a:pt x="300652" y="374793"/>
                  <a:pt x="301854" y="375994"/>
                  <a:pt x="303057" y="375994"/>
                </a:cubicBezTo>
                <a:cubicBezTo>
                  <a:pt x="310273" y="367585"/>
                  <a:pt x="327109" y="337554"/>
                  <a:pt x="288626" y="315931"/>
                </a:cubicBezTo>
                <a:cubicBezTo>
                  <a:pt x="128679" y="222233"/>
                  <a:pt x="220077" y="164572"/>
                  <a:pt x="250142" y="144151"/>
                </a:cubicBezTo>
                <a:cubicBezTo>
                  <a:pt x="250142" y="144151"/>
                  <a:pt x="238116" y="156164"/>
                  <a:pt x="233306" y="177786"/>
                </a:cubicBezTo>
                <a:cubicBezTo>
                  <a:pt x="228495" y="195805"/>
                  <a:pt x="254953" y="221032"/>
                  <a:pt x="298246" y="243855"/>
                </a:cubicBezTo>
                <a:cubicBezTo>
                  <a:pt x="386037" y="290705"/>
                  <a:pt x="335527" y="366384"/>
                  <a:pt x="306665" y="377195"/>
                </a:cubicBezTo>
                <a:cubicBezTo>
                  <a:pt x="393252" y="428849"/>
                  <a:pt x="325906" y="509334"/>
                  <a:pt x="298246" y="512938"/>
                </a:cubicBezTo>
                <a:cubicBezTo>
                  <a:pt x="298246" y="512938"/>
                  <a:pt x="336730" y="470894"/>
                  <a:pt x="291031" y="445667"/>
                </a:cubicBezTo>
                <a:cubicBezTo>
                  <a:pt x="272992" y="438460"/>
                  <a:pt x="258561" y="428849"/>
                  <a:pt x="246534" y="418038"/>
                </a:cubicBezTo>
                <a:cubicBezTo>
                  <a:pt x="242927" y="422843"/>
                  <a:pt x="235711" y="432453"/>
                  <a:pt x="233306" y="446868"/>
                </a:cubicBezTo>
                <a:cubicBezTo>
                  <a:pt x="228495" y="464887"/>
                  <a:pt x="254953" y="491315"/>
                  <a:pt x="298246" y="512938"/>
                </a:cubicBezTo>
                <a:cubicBezTo>
                  <a:pt x="346351" y="539365"/>
                  <a:pt x="366795" y="574202"/>
                  <a:pt x="358377" y="601831"/>
                </a:cubicBezTo>
                <a:cubicBezTo>
                  <a:pt x="357174" y="604233"/>
                  <a:pt x="357174" y="605435"/>
                  <a:pt x="355972" y="607837"/>
                </a:cubicBezTo>
                <a:cubicBezTo>
                  <a:pt x="341540" y="641472"/>
                  <a:pt x="291031" y="667900"/>
                  <a:pt x="238116" y="690724"/>
                </a:cubicBezTo>
                <a:cubicBezTo>
                  <a:pt x="234508" y="691925"/>
                  <a:pt x="230901" y="693127"/>
                  <a:pt x="227293" y="694328"/>
                </a:cubicBezTo>
                <a:cubicBezTo>
                  <a:pt x="93804" y="641472"/>
                  <a:pt x="0" y="511736"/>
                  <a:pt x="0" y="360378"/>
                </a:cubicBezTo>
                <a:cubicBezTo>
                  <a:pt x="0" y="162170"/>
                  <a:pt x="161149" y="0"/>
                  <a:pt x="359579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4">
                  <a:lumMod val="50000"/>
                </a:schemeClr>
              </a:gs>
              <a:gs pos="42000">
                <a:srgbClr val="FFC000"/>
              </a:gs>
              <a:gs pos="74000">
                <a:schemeClr val="accent4">
                  <a:lumMod val="50000"/>
                </a:schemeClr>
              </a:gs>
              <a:gs pos="93000">
                <a:schemeClr val="accent4">
                  <a:lumMod val="75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>
            <p:custDataLst>
              <p:tags r:id="rId4"/>
            </p:custDataLst>
          </p:nvPr>
        </p:nvSpPr>
        <p:spPr>
          <a:xfrm>
            <a:off x="487045" y="173990"/>
            <a:ext cx="5262245" cy="68389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3800" spc="100" dirty="0">
                <a:solidFill>
                  <a:schemeClr val="bg1"/>
                </a:solidFill>
                <a:latin typeface="华文中宋" panose="02010600040101010101" charset="-122"/>
                <a:ea typeface="华文中宋" panose="02010600040101010101" charset="-122"/>
                <a:sym typeface="+mn-ea"/>
              </a:rPr>
              <a:t>4.</a:t>
            </a:r>
            <a:r>
              <a:rPr lang="zh-CN" altLang="en-US" sz="3800" spc="100" dirty="0">
                <a:solidFill>
                  <a:schemeClr val="bg1"/>
                </a:solidFill>
                <a:latin typeface="华文中宋" panose="02010600040101010101" charset="-122"/>
                <a:ea typeface="华文中宋" panose="02010600040101010101" charset="-122"/>
                <a:sym typeface="+mn-ea"/>
              </a:rPr>
              <a:t>总结</a:t>
            </a:r>
            <a:endParaRPr lang="zh-CN" altLang="en-US" sz="3800" spc="100" dirty="0">
              <a:solidFill>
                <a:schemeClr val="bg1"/>
              </a:solidFill>
              <a:latin typeface="华文中宋" panose="02010600040101010101" charset="-122"/>
              <a:ea typeface="华文中宋" panose="02010600040101010101" charset="-122"/>
            </a:endParaRPr>
          </a:p>
          <a:p>
            <a:endParaRPr lang="zh-CN" altLang="en-US" sz="3800" spc="100" dirty="0">
              <a:solidFill>
                <a:schemeClr val="bg1"/>
              </a:solidFill>
              <a:uFillTx/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cxnSp>
        <p:nvCxnSpPr>
          <p:cNvPr id="7" name="直接连接符 6"/>
          <p:cNvCxnSpPr/>
          <p:nvPr/>
        </p:nvCxnSpPr>
        <p:spPr>
          <a:xfrm flipV="1">
            <a:off x="563245" y="1587500"/>
            <a:ext cx="1464935" cy="9525"/>
          </a:xfrm>
          <a:prstGeom prst="line">
            <a:avLst/>
          </a:prstGeom>
          <a:ln w="31750">
            <a:gradFill>
              <a:gsLst>
                <a:gs pos="0">
                  <a:schemeClr val="accent1">
                    <a:hueOff val="-4200000"/>
                  </a:schemeClr>
                </a:gs>
                <a:gs pos="100000">
                  <a:schemeClr val="accent1"/>
                </a:gs>
              </a:gsLst>
            </a:gra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8" name="文本框 7"/>
          <p:cNvSpPr txBox="1"/>
          <p:nvPr>
            <p:custDataLst>
              <p:tags r:id="rId5"/>
            </p:custDataLst>
          </p:nvPr>
        </p:nvSpPr>
        <p:spPr>
          <a:xfrm>
            <a:off x="487045" y="1065530"/>
            <a:ext cx="6592570" cy="52197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5400">
                <a:ln w="38100">
                  <a:noFill/>
                </a:ln>
                <a:solidFill>
                  <a:srgbClr val="CA0000"/>
                </a:solidFill>
                <a:latin typeface="+mj-ea"/>
                <a:ea typeface="+mj-ea"/>
              </a:defRPr>
            </a:lvl1pPr>
          </a:lstStyle>
          <a:p>
            <a:pPr algn="l"/>
            <a:r>
              <a:rPr lang="zh-CN" altLang="en-US" sz="2800" dirty="0">
                <a:solidFill>
                  <a:srgbClr val="2E461C"/>
                </a:solidFill>
                <a:latin typeface="华文中宋" panose="02010600040101010101" charset="-122"/>
                <a:ea typeface="华文中宋" panose="02010600040101010101" charset="-122"/>
                <a:sym typeface="+mn-ea"/>
              </a:rPr>
              <a:t>最终结果</a:t>
            </a:r>
            <a:endParaRPr lang="zh-CN" altLang="en-US" sz="2800" dirty="0">
              <a:solidFill>
                <a:srgbClr val="2E461C"/>
              </a:solidFill>
              <a:latin typeface="华文中宋" panose="02010600040101010101" charset="-122"/>
              <a:ea typeface="华文中宋" panose="02010600040101010101" charset="-122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846534" y="2786101"/>
            <a:ext cx="10498932" cy="1785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 sz="2200" dirty="0">
                <a:solidFill>
                  <a:schemeClr val="tx2">
                    <a:lumMod val="50000"/>
                  </a:schemeClr>
                </a:solidFill>
                <a:latin typeface="华文中宋" panose="02010600040101010101" charset="-122"/>
                <a:ea typeface="华文中宋" panose="02010600040101010101" charset="-122"/>
              </a:rPr>
              <a:t>	</a:t>
            </a:r>
            <a:r>
              <a:rPr kumimoji="1" lang="zh-CN" altLang="en-US" sz="2200" dirty="0">
                <a:solidFill>
                  <a:schemeClr val="tx2">
                    <a:lumMod val="50000"/>
                  </a:schemeClr>
                </a:solidFill>
                <a:latin typeface="华文中宋" panose="02010600040101010101" charset="-122"/>
                <a:ea typeface="华文中宋" panose="02010600040101010101" charset="-122"/>
              </a:rPr>
              <a:t>在简单</a:t>
            </a:r>
            <a:r>
              <a:rPr kumimoji="1" lang="en-US" altLang="zh-CN" sz="2200" dirty="0">
                <a:solidFill>
                  <a:schemeClr val="tx2">
                    <a:lumMod val="50000"/>
                  </a:schemeClr>
                </a:solidFill>
                <a:latin typeface="华文中宋" panose="02010600040101010101" charset="-122"/>
                <a:ea typeface="华文中宋" panose="02010600040101010101" charset="-122"/>
              </a:rPr>
              <a:t>Web</a:t>
            </a:r>
            <a:r>
              <a:rPr kumimoji="1" lang="zh-CN" altLang="en-US" sz="2200" dirty="0">
                <a:solidFill>
                  <a:schemeClr val="tx2">
                    <a:lumMod val="50000"/>
                  </a:schemeClr>
                </a:solidFill>
                <a:latin typeface="华文中宋" panose="02010600040101010101" charset="-122"/>
                <a:ea typeface="华文中宋" panose="02010600040101010101" charset="-122"/>
              </a:rPr>
              <a:t>服务器程序设计与实现的过程中，对于规划的</a:t>
            </a:r>
            <a:r>
              <a:rPr kumimoji="1" lang="en-US" altLang="zh-CN" sz="2200" dirty="0">
                <a:solidFill>
                  <a:schemeClr val="tx2">
                    <a:lumMod val="50000"/>
                  </a:schemeClr>
                </a:solidFill>
                <a:latin typeface="华文中宋" panose="02010600040101010101" charset="-122"/>
                <a:ea typeface="华文中宋" panose="02010600040101010101" charset="-122"/>
              </a:rPr>
              <a:t>Web</a:t>
            </a:r>
            <a:r>
              <a:rPr kumimoji="1" lang="zh-CN" altLang="en-US" sz="2200" dirty="0">
                <a:solidFill>
                  <a:schemeClr val="tx2">
                    <a:lumMod val="50000"/>
                  </a:schemeClr>
                </a:solidFill>
                <a:latin typeface="华文中宋" panose="02010600040101010101" charset="-122"/>
                <a:ea typeface="华文中宋" panose="02010600040101010101" charset="-122"/>
              </a:rPr>
              <a:t>服务器的框架，从基础的网络编程出发，在实现的过程中运用</a:t>
            </a:r>
            <a:r>
              <a:rPr kumimoji="1" lang="en-US" altLang="zh-CN" sz="2200" dirty="0">
                <a:solidFill>
                  <a:schemeClr val="tx2">
                    <a:lumMod val="50000"/>
                  </a:schemeClr>
                </a:solidFill>
                <a:latin typeface="华文中宋" panose="02010600040101010101" charset="-122"/>
                <a:ea typeface="华文中宋" panose="02010600040101010101" charset="-122"/>
              </a:rPr>
              <a:t>C</a:t>
            </a:r>
            <a:r>
              <a:rPr kumimoji="1" lang="zh-CN" altLang="en-US" sz="2200" dirty="0">
                <a:solidFill>
                  <a:schemeClr val="tx2">
                    <a:lumMod val="50000"/>
                  </a:schemeClr>
                </a:solidFill>
                <a:latin typeface="华文中宋" panose="02010600040101010101" charset="-122"/>
                <a:ea typeface="华文中宋" panose="02010600040101010101" charset="-122"/>
              </a:rPr>
              <a:t>风格的字符串的处理，</a:t>
            </a:r>
            <a:r>
              <a:rPr kumimoji="1" lang="en-US" altLang="zh-CN" sz="2200" dirty="0">
                <a:solidFill>
                  <a:schemeClr val="tx2">
                    <a:lumMod val="50000"/>
                  </a:schemeClr>
                </a:solidFill>
                <a:latin typeface="华文中宋" panose="02010600040101010101" charset="-122"/>
                <a:ea typeface="华文中宋" panose="02010600040101010101" charset="-122"/>
              </a:rPr>
              <a:t>HTML</a:t>
            </a:r>
            <a:r>
              <a:rPr kumimoji="1" lang="zh-CN" altLang="en-US" sz="2200" dirty="0">
                <a:solidFill>
                  <a:schemeClr val="tx2">
                    <a:lumMod val="50000"/>
                  </a:schemeClr>
                </a:solidFill>
                <a:latin typeface="华文中宋" panose="02010600040101010101" charset="-122"/>
                <a:ea typeface="华文中宋" panose="02010600040101010101" charset="-122"/>
              </a:rPr>
              <a:t>代码的编写等知识，逐步完善内容，在自我探索与老师的指导下，解决了过程中遇到的问题，最终实现了具有读取本地配置文件、指定目录内容浏览与下载文件功能的</a:t>
            </a:r>
            <a:r>
              <a:rPr kumimoji="1" lang="en-US" altLang="zh-CN" sz="2200" dirty="0">
                <a:solidFill>
                  <a:schemeClr val="tx2">
                    <a:lumMod val="50000"/>
                  </a:schemeClr>
                </a:solidFill>
                <a:latin typeface="华文中宋" panose="02010600040101010101" charset="-122"/>
                <a:ea typeface="华文中宋" panose="02010600040101010101" charset="-122"/>
              </a:rPr>
              <a:t>Web</a:t>
            </a:r>
            <a:r>
              <a:rPr kumimoji="1" lang="zh-CN" altLang="en-US" sz="2200" dirty="0">
                <a:solidFill>
                  <a:schemeClr val="tx2">
                    <a:lumMod val="50000"/>
                  </a:schemeClr>
                </a:solidFill>
                <a:latin typeface="华文中宋" panose="02010600040101010101" charset="-122"/>
                <a:ea typeface="华文中宋" panose="02010600040101010101" charset="-122"/>
              </a:rPr>
              <a:t>服务器。</a:t>
            </a:r>
            <a:endParaRPr kumimoji="1" lang="zh-CN" altLang="en-US" sz="2200" dirty="0">
              <a:solidFill>
                <a:schemeClr val="tx2">
                  <a:lumMod val="50000"/>
                </a:schemeClr>
              </a:solidFill>
              <a:latin typeface="华文中宋" panose="02010600040101010101" charset="-122"/>
              <a:ea typeface="华文中宋" panose="02010600040101010101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>
        <p159:morph option="byObject"/>
      </p:transition>
    </mc:Choice>
    <mc:Fallback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对角圆角矩形 1"/>
          <p:cNvSpPr/>
          <p:nvPr>
            <p:custDataLst>
              <p:tags r:id="rId1"/>
            </p:custDataLst>
          </p:nvPr>
        </p:nvSpPr>
        <p:spPr>
          <a:xfrm>
            <a:off x="-397323" y="292"/>
            <a:ext cx="13160188" cy="956889"/>
          </a:xfrm>
          <a:prstGeom prst="round2DiagRect">
            <a:avLst>
              <a:gd name="adj1" fmla="val 50000"/>
              <a:gd name="adj2" fmla="val 0"/>
            </a:avLst>
          </a:prstGeom>
          <a:gradFill>
            <a:gsLst>
              <a:gs pos="0">
                <a:srgbClr val="5D9D72">
                  <a:alpha val="100000"/>
                </a:srgbClr>
              </a:gs>
              <a:gs pos="49000">
                <a:srgbClr val="6EA844"/>
              </a:gs>
              <a:gs pos="100000">
                <a:srgbClr val="1D7546"/>
              </a:gs>
            </a:gsLst>
            <a:lin ang="10800000" scaled="0"/>
          </a:gradFill>
          <a:ln>
            <a:noFill/>
          </a:ln>
          <a:effectLst>
            <a:outerShdw blurRad="50800" dist="38100" dir="2700000" algn="tl" rotWithShape="0">
              <a:prstClr val="black">
                <a:alpha val="2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3" name="图片 2" descr="带字透明底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rcRect t="29740" b="22457"/>
          <a:stretch>
            <a:fillRect/>
          </a:stretch>
        </p:blipFill>
        <p:spPr>
          <a:xfrm>
            <a:off x="9144000" y="103505"/>
            <a:ext cx="3048000" cy="746125"/>
          </a:xfrm>
          <a:prstGeom prst="rect">
            <a:avLst/>
          </a:prstGeom>
        </p:spPr>
      </p:pic>
      <p:sp>
        <p:nvSpPr>
          <p:cNvPr id="11" name="文本框 10"/>
          <p:cNvSpPr txBox="1"/>
          <p:nvPr>
            <p:custDataLst>
              <p:tags r:id="rId4"/>
            </p:custDataLst>
          </p:nvPr>
        </p:nvSpPr>
        <p:spPr>
          <a:xfrm>
            <a:off x="502285" y="173990"/>
            <a:ext cx="3650615" cy="6756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3800" spc="100">
                <a:solidFill>
                  <a:schemeClr val="bg1"/>
                </a:solidFill>
                <a:latin typeface="华文中宋" panose="02010600040101010101" charset="-122"/>
                <a:ea typeface="华文中宋" panose="02010600040101010101" charset="-122"/>
              </a:defRPr>
            </a:lvl1pPr>
          </a:lstStyle>
          <a:p>
            <a:r>
              <a:rPr lang="en-US" altLang="zh-CN" dirty="0">
                <a:sym typeface="+mn-ea"/>
              </a:rPr>
              <a:t>4.</a:t>
            </a:r>
            <a:r>
              <a:rPr lang="zh-CN" altLang="en-US" dirty="0">
                <a:sym typeface="+mn-ea"/>
              </a:rPr>
              <a:t>总结</a:t>
            </a:r>
            <a:endParaRPr lang="zh-CN" altLang="en-US" dirty="0"/>
          </a:p>
        </p:txBody>
      </p:sp>
      <p:sp>
        <p:nvSpPr>
          <p:cNvPr id="19" name="任意多边形: 形状 3"/>
          <p:cNvSpPr/>
          <p:nvPr/>
        </p:nvSpPr>
        <p:spPr>
          <a:xfrm>
            <a:off x="-497205" y="-2540"/>
            <a:ext cx="984250" cy="959485"/>
          </a:xfrm>
          <a:custGeom>
            <a:avLst/>
            <a:gdLst>
              <a:gd name="connsiteX0" fmla="*/ 365592 w 719551"/>
              <a:gd name="connsiteY0" fmla="*/ 49251 h 694328"/>
              <a:gd name="connsiteX1" fmla="*/ 383631 w 719551"/>
              <a:gd name="connsiteY1" fmla="*/ 88893 h 694328"/>
              <a:gd name="connsiteX2" fmla="*/ 371605 w 719551"/>
              <a:gd name="connsiteY2" fmla="*/ 228239 h 694328"/>
              <a:gd name="connsiteX3" fmla="*/ 364390 w 719551"/>
              <a:gd name="connsiteY3" fmla="*/ 245057 h 694328"/>
              <a:gd name="connsiteX4" fmla="*/ 333122 w 719551"/>
              <a:gd name="connsiteY4" fmla="*/ 103308 h 694328"/>
              <a:gd name="connsiteX5" fmla="*/ 365592 w 719551"/>
              <a:gd name="connsiteY5" fmla="*/ 49251 h 694328"/>
              <a:gd name="connsiteX6" fmla="*/ 359579 w 719551"/>
              <a:gd name="connsiteY6" fmla="*/ 0 h 694328"/>
              <a:gd name="connsiteX7" fmla="*/ 691893 w 719551"/>
              <a:gd name="connsiteY7" fmla="*/ 220450 h 694328"/>
              <a:gd name="connsiteX8" fmla="*/ 712525 w 719551"/>
              <a:gd name="connsiteY8" fmla="*/ 286472 h 694328"/>
              <a:gd name="connsiteX9" fmla="*/ 719551 w 719551"/>
              <a:gd name="connsiteY9" fmla="*/ 356173 h 694328"/>
              <a:gd name="connsiteX10" fmla="*/ 712152 w 719551"/>
              <a:gd name="connsiteY10" fmla="*/ 429569 h 694328"/>
              <a:gd name="connsiteX11" fmla="*/ 694106 w 719551"/>
              <a:gd name="connsiteY11" fmla="*/ 487706 h 694328"/>
              <a:gd name="connsiteX12" fmla="*/ 671448 w 719551"/>
              <a:gd name="connsiteY12" fmla="*/ 533826 h 694328"/>
              <a:gd name="connsiteX13" fmla="*/ 657355 w 719551"/>
              <a:gd name="connsiteY13" fmla="*/ 559790 h 694328"/>
              <a:gd name="connsiteX14" fmla="*/ 634026 w 719551"/>
              <a:gd name="connsiteY14" fmla="*/ 588066 h 694328"/>
              <a:gd name="connsiteX15" fmla="*/ 601635 w 719551"/>
              <a:gd name="connsiteY15" fmla="*/ 622971 h 694328"/>
              <a:gd name="connsiteX16" fmla="*/ 567891 w 719551"/>
              <a:gd name="connsiteY16" fmla="*/ 650812 h 694328"/>
              <a:gd name="connsiteX17" fmla="*/ 515863 w 719551"/>
              <a:gd name="connsiteY17" fmla="*/ 681565 h 694328"/>
              <a:gd name="connsiteX18" fmla="*/ 497126 w 719551"/>
              <a:gd name="connsiteY18" fmla="*/ 691735 h 694328"/>
              <a:gd name="connsiteX19" fmla="*/ 491302 w 719551"/>
              <a:gd name="connsiteY19" fmla="*/ 693543 h 694328"/>
              <a:gd name="connsiteX20" fmla="*/ 482245 w 719551"/>
              <a:gd name="connsiteY20" fmla="*/ 689523 h 694328"/>
              <a:gd name="connsiteX21" fmla="*/ 364390 w 719551"/>
              <a:gd name="connsiteY21" fmla="*/ 609038 h 694328"/>
              <a:gd name="connsiteX22" fmla="*/ 361985 w 719551"/>
              <a:gd name="connsiteY22" fmla="*/ 601831 h 694328"/>
              <a:gd name="connsiteX23" fmla="*/ 424520 w 719551"/>
              <a:gd name="connsiteY23" fmla="*/ 512938 h 694328"/>
              <a:gd name="connsiteX24" fmla="*/ 489461 w 719551"/>
              <a:gd name="connsiteY24" fmla="*/ 446868 h 694328"/>
              <a:gd name="connsiteX25" fmla="*/ 475029 w 719551"/>
              <a:gd name="connsiteY25" fmla="*/ 418038 h 694328"/>
              <a:gd name="connsiteX26" fmla="*/ 430533 w 719551"/>
              <a:gd name="connsiteY26" fmla="*/ 445667 h 694328"/>
              <a:gd name="connsiteX27" fmla="*/ 424520 w 719551"/>
              <a:gd name="connsiteY27" fmla="*/ 512938 h 694328"/>
              <a:gd name="connsiteX28" fmla="*/ 416102 w 719551"/>
              <a:gd name="connsiteY28" fmla="*/ 377195 h 694328"/>
              <a:gd name="connsiteX29" fmla="*/ 424520 w 719551"/>
              <a:gd name="connsiteY29" fmla="*/ 243855 h 694328"/>
              <a:gd name="connsiteX30" fmla="*/ 489461 w 719551"/>
              <a:gd name="connsiteY30" fmla="*/ 177786 h 694328"/>
              <a:gd name="connsiteX31" fmla="*/ 471422 w 719551"/>
              <a:gd name="connsiteY31" fmla="*/ 144151 h 694328"/>
              <a:gd name="connsiteX32" fmla="*/ 432938 w 719551"/>
              <a:gd name="connsiteY32" fmla="*/ 315931 h 694328"/>
              <a:gd name="connsiteX33" fmla="*/ 418507 w 719551"/>
              <a:gd name="connsiteY33" fmla="*/ 375994 h 694328"/>
              <a:gd name="connsiteX34" fmla="*/ 422115 w 719551"/>
              <a:gd name="connsiteY34" fmla="*/ 374793 h 694328"/>
              <a:gd name="connsiteX35" fmla="*/ 511108 w 719551"/>
              <a:gd name="connsiteY35" fmla="*/ 266679 h 694328"/>
              <a:gd name="connsiteX36" fmla="*/ 476232 w 719551"/>
              <a:gd name="connsiteY36" fmla="*/ 416837 h 694328"/>
              <a:gd name="connsiteX37" fmla="*/ 432938 w 719551"/>
              <a:gd name="connsiteY37" fmla="*/ 586214 h 694328"/>
              <a:gd name="connsiteX38" fmla="*/ 420912 w 719551"/>
              <a:gd name="connsiteY38" fmla="*/ 647479 h 694328"/>
              <a:gd name="connsiteX39" fmla="*/ 680675 w 719551"/>
              <a:gd name="connsiteY39" fmla="*/ 332749 h 694328"/>
              <a:gd name="connsiteX40" fmla="*/ 359579 w 719551"/>
              <a:gd name="connsiteY40" fmla="*/ 13214 h 694328"/>
              <a:gd name="connsiteX41" fmla="*/ 39686 w 719551"/>
              <a:gd name="connsiteY41" fmla="*/ 332749 h 694328"/>
              <a:gd name="connsiteX42" fmla="*/ 301854 w 719551"/>
              <a:gd name="connsiteY42" fmla="*/ 648680 h 694328"/>
              <a:gd name="connsiteX43" fmla="*/ 288626 w 719551"/>
              <a:gd name="connsiteY43" fmla="*/ 586214 h 694328"/>
              <a:gd name="connsiteX44" fmla="*/ 245332 w 719551"/>
              <a:gd name="connsiteY44" fmla="*/ 416837 h 694328"/>
              <a:gd name="connsiteX45" fmla="*/ 211659 w 719551"/>
              <a:gd name="connsiteY45" fmla="*/ 266679 h 694328"/>
              <a:gd name="connsiteX46" fmla="*/ 299449 w 719551"/>
              <a:gd name="connsiteY46" fmla="*/ 374793 h 694328"/>
              <a:gd name="connsiteX47" fmla="*/ 303057 w 719551"/>
              <a:gd name="connsiteY47" fmla="*/ 375994 h 694328"/>
              <a:gd name="connsiteX48" fmla="*/ 288626 w 719551"/>
              <a:gd name="connsiteY48" fmla="*/ 315931 h 694328"/>
              <a:gd name="connsiteX49" fmla="*/ 250142 w 719551"/>
              <a:gd name="connsiteY49" fmla="*/ 144151 h 694328"/>
              <a:gd name="connsiteX50" fmla="*/ 233306 w 719551"/>
              <a:gd name="connsiteY50" fmla="*/ 177786 h 694328"/>
              <a:gd name="connsiteX51" fmla="*/ 298246 w 719551"/>
              <a:gd name="connsiteY51" fmla="*/ 243855 h 694328"/>
              <a:gd name="connsiteX52" fmla="*/ 306665 w 719551"/>
              <a:gd name="connsiteY52" fmla="*/ 377195 h 694328"/>
              <a:gd name="connsiteX53" fmla="*/ 298246 w 719551"/>
              <a:gd name="connsiteY53" fmla="*/ 512938 h 694328"/>
              <a:gd name="connsiteX54" fmla="*/ 291031 w 719551"/>
              <a:gd name="connsiteY54" fmla="*/ 445667 h 694328"/>
              <a:gd name="connsiteX55" fmla="*/ 246534 w 719551"/>
              <a:gd name="connsiteY55" fmla="*/ 418038 h 694328"/>
              <a:gd name="connsiteX56" fmla="*/ 233306 w 719551"/>
              <a:gd name="connsiteY56" fmla="*/ 446868 h 694328"/>
              <a:gd name="connsiteX57" fmla="*/ 298246 w 719551"/>
              <a:gd name="connsiteY57" fmla="*/ 512938 h 694328"/>
              <a:gd name="connsiteX58" fmla="*/ 358377 w 719551"/>
              <a:gd name="connsiteY58" fmla="*/ 601831 h 694328"/>
              <a:gd name="connsiteX59" fmla="*/ 355972 w 719551"/>
              <a:gd name="connsiteY59" fmla="*/ 607837 h 694328"/>
              <a:gd name="connsiteX60" fmla="*/ 238116 w 719551"/>
              <a:gd name="connsiteY60" fmla="*/ 690724 h 694328"/>
              <a:gd name="connsiteX61" fmla="*/ 227293 w 719551"/>
              <a:gd name="connsiteY61" fmla="*/ 694328 h 694328"/>
              <a:gd name="connsiteX62" fmla="*/ 0 w 719551"/>
              <a:gd name="connsiteY62" fmla="*/ 360378 h 694328"/>
              <a:gd name="connsiteX63" fmla="*/ 359579 w 719551"/>
              <a:gd name="connsiteY63" fmla="*/ 0 h 6943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</a:cxnLst>
            <a:rect l="l" t="t" r="r" b="b"/>
            <a:pathLst>
              <a:path w="719551" h="694328">
                <a:moveTo>
                  <a:pt x="365592" y="49251"/>
                </a:moveTo>
                <a:cubicBezTo>
                  <a:pt x="365592" y="54056"/>
                  <a:pt x="383631" y="88893"/>
                  <a:pt x="383631" y="88893"/>
                </a:cubicBezTo>
                <a:cubicBezTo>
                  <a:pt x="426925" y="153761"/>
                  <a:pt x="372808" y="225837"/>
                  <a:pt x="371605" y="228239"/>
                </a:cubicBezTo>
                <a:cubicBezTo>
                  <a:pt x="369200" y="230642"/>
                  <a:pt x="364390" y="239050"/>
                  <a:pt x="364390" y="245057"/>
                </a:cubicBezTo>
                <a:cubicBezTo>
                  <a:pt x="300652" y="199409"/>
                  <a:pt x="318691" y="126132"/>
                  <a:pt x="333122" y="103308"/>
                </a:cubicBezTo>
                <a:cubicBezTo>
                  <a:pt x="348756" y="79283"/>
                  <a:pt x="365592" y="49251"/>
                  <a:pt x="365592" y="49251"/>
                </a:cubicBezTo>
                <a:close/>
                <a:moveTo>
                  <a:pt x="359579" y="0"/>
                </a:moveTo>
                <a:cubicBezTo>
                  <a:pt x="508402" y="0"/>
                  <a:pt x="636930" y="91220"/>
                  <a:pt x="691893" y="220450"/>
                </a:cubicBezTo>
                <a:lnTo>
                  <a:pt x="712525" y="286472"/>
                </a:lnTo>
                <a:lnTo>
                  <a:pt x="719551" y="356173"/>
                </a:lnTo>
                <a:cubicBezTo>
                  <a:pt x="719551" y="381315"/>
                  <a:pt x="717004" y="405861"/>
                  <a:pt x="712152" y="429569"/>
                </a:cubicBezTo>
                <a:lnTo>
                  <a:pt x="694106" y="487706"/>
                </a:lnTo>
                <a:lnTo>
                  <a:pt x="671448" y="533826"/>
                </a:lnTo>
                <a:lnTo>
                  <a:pt x="657355" y="559790"/>
                </a:lnTo>
                <a:lnTo>
                  <a:pt x="634026" y="588066"/>
                </a:lnTo>
                <a:lnTo>
                  <a:pt x="601635" y="622971"/>
                </a:lnTo>
                <a:lnTo>
                  <a:pt x="567891" y="650812"/>
                </a:lnTo>
                <a:lnTo>
                  <a:pt x="515863" y="681565"/>
                </a:lnTo>
                <a:lnTo>
                  <a:pt x="497126" y="691735"/>
                </a:lnTo>
                <a:lnTo>
                  <a:pt x="491302" y="693543"/>
                </a:lnTo>
                <a:lnTo>
                  <a:pt x="482245" y="689523"/>
                </a:lnTo>
                <a:cubicBezTo>
                  <a:pt x="430533" y="667900"/>
                  <a:pt x="378821" y="641472"/>
                  <a:pt x="364390" y="609038"/>
                </a:cubicBezTo>
                <a:cubicBezTo>
                  <a:pt x="363187" y="605435"/>
                  <a:pt x="361985" y="604233"/>
                  <a:pt x="361985" y="601831"/>
                </a:cubicBezTo>
                <a:cubicBezTo>
                  <a:pt x="353566" y="574202"/>
                  <a:pt x="375213" y="539365"/>
                  <a:pt x="424520" y="512938"/>
                </a:cubicBezTo>
                <a:cubicBezTo>
                  <a:pt x="466611" y="491315"/>
                  <a:pt x="493069" y="464887"/>
                  <a:pt x="489461" y="446868"/>
                </a:cubicBezTo>
                <a:cubicBezTo>
                  <a:pt x="485853" y="432453"/>
                  <a:pt x="479840" y="422843"/>
                  <a:pt x="475029" y="418038"/>
                </a:cubicBezTo>
                <a:cubicBezTo>
                  <a:pt x="463003" y="428849"/>
                  <a:pt x="448572" y="438460"/>
                  <a:pt x="430533" y="445667"/>
                </a:cubicBezTo>
                <a:cubicBezTo>
                  <a:pt x="384834" y="470894"/>
                  <a:pt x="424520" y="512938"/>
                  <a:pt x="424520" y="512938"/>
                </a:cubicBezTo>
                <a:cubicBezTo>
                  <a:pt x="396860" y="509334"/>
                  <a:pt x="328312" y="428849"/>
                  <a:pt x="416102" y="377195"/>
                </a:cubicBezTo>
                <a:cubicBezTo>
                  <a:pt x="386037" y="366384"/>
                  <a:pt x="335527" y="290705"/>
                  <a:pt x="424520" y="243855"/>
                </a:cubicBezTo>
                <a:cubicBezTo>
                  <a:pt x="466611" y="221032"/>
                  <a:pt x="493069" y="195805"/>
                  <a:pt x="489461" y="177786"/>
                </a:cubicBezTo>
                <a:cubicBezTo>
                  <a:pt x="484650" y="156164"/>
                  <a:pt x="471422" y="144151"/>
                  <a:pt x="471422" y="144151"/>
                </a:cubicBezTo>
                <a:cubicBezTo>
                  <a:pt x="501487" y="164572"/>
                  <a:pt x="592885" y="222233"/>
                  <a:pt x="432938" y="315931"/>
                </a:cubicBezTo>
                <a:cubicBezTo>
                  <a:pt x="394455" y="337554"/>
                  <a:pt x="411291" y="367585"/>
                  <a:pt x="418507" y="375994"/>
                </a:cubicBezTo>
                <a:cubicBezTo>
                  <a:pt x="419710" y="375994"/>
                  <a:pt x="420912" y="374793"/>
                  <a:pt x="422115" y="374793"/>
                </a:cubicBezTo>
                <a:cubicBezTo>
                  <a:pt x="518323" y="323139"/>
                  <a:pt x="511108" y="266679"/>
                  <a:pt x="511108" y="266679"/>
                </a:cubicBezTo>
                <a:cubicBezTo>
                  <a:pt x="529147" y="287101"/>
                  <a:pt x="531552" y="365183"/>
                  <a:pt x="476232" y="416837"/>
                </a:cubicBezTo>
                <a:cubicBezTo>
                  <a:pt x="509905" y="439661"/>
                  <a:pt x="584467" y="496120"/>
                  <a:pt x="432938" y="586214"/>
                </a:cubicBezTo>
                <a:cubicBezTo>
                  <a:pt x="388442" y="610240"/>
                  <a:pt x="418507" y="646277"/>
                  <a:pt x="420912" y="647479"/>
                </a:cubicBezTo>
                <a:cubicBezTo>
                  <a:pt x="568833" y="619850"/>
                  <a:pt x="680675" y="488912"/>
                  <a:pt x="680675" y="332749"/>
                </a:cubicBezTo>
                <a:cubicBezTo>
                  <a:pt x="680675" y="157365"/>
                  <a:pt x="536362" y="13214"/>
                  <a:pt x="359579" y="13214"/>
                </a:cubicBezTo>
                <a:cubicBezTo>
                  <a:pt x="182796" y="13214"/>
                  <a:pt x="39686" y="157365"/>
                  <a:pt x="39686" y="332749"/>
                </a:cubicBezTo>
                <a:cubicBezTo>
                  <a:pt x="39686" y="490114"/>
                  <a:pt x="152731" y="621051"/>
                  <a:pt x="301854" y="648680"/>
                </a:cubicBezTo>
                <a:cubicBezTo>
                  <a:pt x="301854" y="648680"/>
                  <a:pt x="334325" y="610240"/>
                  <a:pt x="288626" y="586214"/>
                </a:cubicBezTo>
                <a:cubicBezTo>
                  <a:pt x="137097" y="496120"/>
                  <a:pt x="212861" y="439661"/>
                  <a:pt x="245332" y="416837"/>
                </a:cubicBezTo>
                <a:cubicBezTo>
                  <a:pt x="190012" y="365183"/>
                  <a:pt x="193620" y="287101"/>
                  <a:pt x="211659" y="266679"/>
                </a:cubicBezTo>
                <a:cubicBezTo>
                  <a:pt x="211659" y="266679"/>
                  <a:pt x="204443" y="323139"/>
                  <a:pt x="299449" y="374793"/>
                </a:cubicBezTo>
                <a:cubicBezTo>
                  <a:pt x="300652" y="374793"/>
                  <a:pt x="301854" y="375994"/>
                  <a:pt x="303057" y="375994"/>
                </a:cubicBezTo>
                <a:cubicBezTo>
                  <a:pt x="310273" y="367585"/>
                  <a:pt x="327109" y="337554"/>
                  <a:pt x="288626" y="315931"/>
                </a:cubicBezTo>
                <a:cubicBezTo>
                  <a:pt x="128679" y="222233"/>
                  <a:pt x="220077" y="164572"/>
                  <a:pt x="250142" y="144151"/>
                </a:cubicBezTo>
                <a:cubicBezTo>
                  <a:pt x="250142" y="144151"/>
                  <a:pt x="238116" y="156164"/>
                  <a:pt x="233306" y="177786"/>
                </a:cubicBezTo>
                <a:cubicBezTo>
                  <a:pt x="228495" y="195805"/>
                  <a:pt x="254953" y="221032"/>
                  <a:pt x="298246" y="243855"/>
                </a:cubicBezTo>
                <a:cubicBezTo>
                  <a:pt x="386037" y="290705"/>
                  <a:pt x="335527" y="366384"/>
                  <a:pt x="306665" y="377195"/>
                </a:cubicBezTo>
                <a:cubicBezTo>
                  <a:pt x="393252" y="428849"/>
                  <a:pt x="325906" y="509334"/>
                  <a:pt x="298246" y="512938"/>
                </a:cubicBezTo>
                <a:cubicBezTo>
                  <a:pt x="298246" y="512938"/>
                  <a:pt x="336730" y="470894"/>
                  <a:pt x="291031" y="445667"/>
                </a:cubicBezTo>
                <a:cubicBezTo>
                  <a:pt x="272992" y="438460"/>
                  <a:pt x="258561" y="428849"/>
                  <a:pt x="246534" y="418038"/>
                </a:cubicBezTo>
                <a:cubicBezTo>
                  <a:pt x="242927" y="422843"/>
                  <a:pt x="235711" y="432453"/>
                  <a:pt x="233306" y="446868"/>
                </a:cubicBezTo>
                <a:cubicBezTo>
                  <a:pt x="228495" y="464887"/>
                  <a:pt x="254953" y="491315"/>
                  <a:pt x="298246" y="512938"/>
                </a:cubicBezTo>
                <a:cubicBezTo>
                  <a:pt x="346351" y="539365"/>
                  <a:pt x="366795" y="574202"/>
                  <a:pt x="358377" y="601831"/>
                </a:cubicBezTo>
                <a:cubicBezTo>
                  <a:pt x="357174" y="604233"/>
                  <a:pt x="357174" y="605435"/>
                  <a:pt x="355972" y="607837"/>
                </a:cubicBezTo>
                <a:cubicBezTo>
                  <a:pt x="341540" y="641472"/>
                  <a:pt x="291031" y="667900"/>
                  <a:pt x="238116" y="690724"/>
                </a:cubicBezTo>
                <a:cubicBezTo>
                  <a:pt x="234508" y="691925"/>
                  <a:pt x="230901" y="693127"/>
                  <a:pt x="227293" y="694328"/>
                </a:cubicBezTo>
                <a:cubicBezTo>
                  <a:pt x="93804" y="641472"/>
                  <a:pt x="0" y="511736"/>
                  <a:pt x="0" y="360378"/>
                </a:cubicBezTo>
                <a:cubicBezTo>
                  <a:pt x="0" y="162170"/>
                  <a:pt x="161149" y="0"/>
                  <a:pt x="359579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4">
                  <a:lumMod val="50000"/>
                </a:schemeClr>
              </a:gs>
              <a:gs pos="42000">
                <a:srgbClr val="FFC000"/>
              </a:gs>
              <a:gs pos="74000">
                <a:schemeClr val="accent4">
                  <a:lumMod val="50000"/>
                </a:schemeClr>
              </a:gs>
              <a:gs pos="93000">
                <a:schemeClr val="accent4">
                  <a:lumMod val="75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: 圆角 4"/>
          <p:cNvSpPr/>
          <p:nvPr>
            <p:custDataLst>
              <p:tags r:id="rId5"/>
            </p:custDataLst>
          </p:nvPr>
        </p:nvSpPr>
        <p:spPr>
          <a:xfrm>
            <a:off x="664845" y="1691640"/>
            <a:ext cx="11098530" cy="1630680"/>
          </a:xfrm>
          <a:prstGeom prst="roundRect">
            <a:avLst>
              <a:gd name="adj" fmla="val 6968"/>
            </a:avLst>
          </a:prstGeom>
          <a:solidFill>
            <a:srgbClr val="FFFFFF"/>
          </a:solidFill>
          <a:ln>
            <a:noFill/>
          </a:ln>
          <a:effectLst>
            <a:outerShdw blurRad="254000" algn="ctr" rotWithShape="0">
              <a:schemeClr val="accent1">
                <a:alpha val="11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 panose="020B0606030504020204" pitchFamily="34" charset="0"/>
              <a:ea typeface="微软雅黑 Light" panose="020B0502040204020203" charset="-122"/>
              <a:cs typeface="+mn-cs"/>
            </a:endParaRPr>
          </a:p>
        </p:txBody>
      </p:sp>
      <p:sp>
        <p:nvSpPr>
          <p:cNvPr id="6" name="矩形 5"/>
          <p:cNvSpPr/>
          <p:nvPr>
            <p:custDataLst>
              <p:tags r:id="rId6"/>
            </p:custDataLst>
          </p:nvPr>
        </p:nvSpPr>
        <p:spPr>
          <a:xfrm>
            <a:off x="817245" y="2497455"/>
            <a:ext cx="10891520" cy="65151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</a:pPr>
            <a:r>
              <a:rPr lang="zh-CN" altLang="en-US" sz="1600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由于</a:t>
            </a:r>
            <a:r>
              <a:rPr lang="en-US" altLang="zh-CN" sz="1600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URL</a:t>
            </a:r>
            <a:r>
              <a:rPr lang="zh-CN" altLang="en-US" sz="1600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中不能包含中文字符，会在传输时将中文字符编码为其他字符，如果客户端请求下载的文件中带有中文，则无法将</a:t>
            </a:r>
            <a:r>
              <a:rPr lang="en-US" altLang="zh-CN" sz="1600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URL</a:t>
            </a:r>
            <a:r>
              <a:rPr lang="zh-CN" altLang="en-US" sz="1600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与本地的文件的路径与名称相对应，因此需要增加</a:t>
            </a:r>
            <a:r>
              <a:rPr lang="en-US" altLang="zh-CN" sz="1600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URL</a:t>
            </a:r>
            <a:r>
              <a:rPr lang="zh-CN" altLang="en-US" sz="1600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转码的内容</a:t>
            </a:r>
            <a:endParaRPr lang="en-US" altLang="zh-CN" sz="1600" dirty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7" name="矩形 6"/>
          <p:cNvSpPr/>
          <p:nvPr>
            <p:custDataLst>
              <p:tags r:id="rId7"/>
            </p:custDataLst>
          </p:nvPr>
        </p:nvSpPr>
        <p:spPr>
          <a:xfrm>
            <a:off x="817244" y="2145665"/>
            <a:ext cx="4806659" cy="30416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latin typeface="Calibri" panose="020F0502020204030204" charset="0"/>
                <a:ea typeface="微软雅黑" panose="020B0503020204020204" charset="-122"/>
              </a:rPr>
              <a:t>对名称中带有中文的文件无法正确在本地定位</a:t>
            </a:r>
            <a:endParaRPr lang="zh-CN" altLang="en-US" b="1" dirty="0">
              <a:latin typeface="Calibri" panose="020F0502020204030204" charset="0"/>
              <a:ea typeface="微软雅黑" panose="020B0503020204020204" charset="-122"/>
            </a:endParaRPr>
          </a:p>
        </p:txBody>
      </p:sp>
      <p:sp>
        <p:nvSpPr>
          <p:cNvPr id="22" name="矩形: 圆角 21"/>
          <p:cNvSpPr/>
          <p:nvPr>
            <p:custDataLst>
              <p:tags r:id="rId8"/>
            </p:custDataLst>
          </p:nvPr>
        </p:nvSpPr>
        <p:spPr>
          <a:xfrm>
            <a:off x="666432" y="3401059"/>
            <a:ext cx="11097260" cy="1367155"/>
          </a:xfrm>
          <a:prstGeom prst="roundRect">
            <a:avLst>
              <a:gd name="adj" fmla="val 6968"/>
            </a:avLst>
          </a:prstGeom>
          <a:solidFill>
            <a:srgbClr val="FFFFFF"/>
          </a:solidFill>
          <a:ln>
            <a:noFill/>
          </a:ln>
          <a:effectLst>
            <a:outerShdw blurRad="254000" algn="ctr" rotWithShape="0">
              <a:schemeClr val="accent1">
                <a:alpha val="11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 panose="020B0606030504020204" pitchFamily="34" charset="0"/>
              <a:ea typeface="微软雅黑 Light" panose="020B0502040204020203" charset="-122"/>
              <a:cs typeface="+mn-cs"/>
            </a:endParaRPr>
          </a:p>
        </p:txBody>
      </p:sp>
      <p:sp>
        <p:nvSpPr>
          <p:cNvPr id="23" name="矩形 22"/>
          <p:cNvSpPr/>
          <p:nvPr>
            <p:custDataLst>
              <p:tags r:id="rId9"/>
            </p:custDataLst>
          </p:nvPr>
        </p:nvSpPr>
        <p:spPr>
          <a:xfrm>
            <a:off x="904557" y="4243069"/>
            <a:ext cx="10302875" cy="25527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</a:pPr>
            <a:r>
              <a:rPr lang="zh-CN" altLang="en-US" sz="1600" dirty="0">
                <a:latin typeface="华文中宋" panose="02010600040101010101" charset="-122"/>
                <a:ea typeface="华文中宋" panose="02010600040101010101" charset="-122"/>
              </a:rPr>
              <a:t>目前仅能展示文件名称，需要显示文件更多的信息的显示与添加文件搜索功能，并实现展示目录的切换</a:t>
            </a:r>
            <a:endParaRPr lang="en-US" altLang="zh-CN" sz="1600" dirty="0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24" name="矩形 23"/>
          <p:cNvSpPr/>
          <p:nvPr>
            <p:custDataLst>
              <p:tags r:id="rId10"/>
            </p:custDataLst>
          </p:nvPr>
        </p:nvSpPr>
        <p:spPr>
          <a:xfrm>
            <a:off x="891857" y="3893184"/>
            <a:ext cx="4806950" cy="25654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latin typeface="Calibri" panose="020F0502020204030204" charset="0"/>
                <a:ea typeface="微软雅黑" panose="020B0503020204020204" charset="-122"/>
              </a:rPr>
              <a:t>展示目录下文件列表的功能不够完善</a:t>
            </a:r>
            <a:endParaRPr lang="en-US" altLang="zh-CN" b="1" dirty="0">
              <a:solidFill>
                <a:schemeClr val="accent1"/>
              </a:solidFill>
              <a:latin typeface="Calibri" panose="020F0502020204030204" charset="0"/>
              <a:ea typeface="微软雅黑" panose="020B0503020204020204" charset="-122"/>
            </a:endParaRPr>
          </a:p>
        </p:txBody>
      </p:sp>
      <p:sp>
        <p:nvSpPr>
          <p:cNvPr id="29" name="矩形: 圆角 28"/>
          <p:cNvSpPr/>
          <p:nvPr>
            <p:custDataLst>
              <p:tags r:id="rId11"/>
            </p:custDataLst>
          </p:nvPr>
        </p:nvSpPr>
        <p:spPr>
          <a:xfrm>
            <a:off x="664845" y="4811713"/>
            <a:ext cx="11099165" cy="1849754"/>
          </a:xfrm>
          <a:prstGeom prst="roundRect">
            <a:avLst>
              <a:gd name="adj" fmla="val 6968"/>
            </a:avLst>
          </a:prstGeom>
          <a:solidFill>
            <a:srgbClr val="FFFFFF"/>
          </a:solidFill>
          <a:ln>
            <a:noFill/>
          </a:ln>
          <a:effectLst>
            <a:outerShdw blurRad="254000" algn="ctr" rotWithShape="0">
              <a:schemeClr val="accent1">
                <a:alpha val="11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 panose="020B0606030504020204" pitchFamily="34" charset="0"/>
              <a:ea typeface="微软雅黑 Light" panose="020B0502040204020203" charset="-122"/>
              <a:cs typeface="+mn-cs"/>
            </a:endParaRPr>
          </a:p>
        </p:txBody>
      </p:sp>
      <p:sp>
        <p:nvSpPr>
          <p:cNvPr id="30" name="矩形 29"/>
          <p:cNvSpPr/>
          <p:nvPr>
            <p:custDataLst>
              <p:tags r:id="rId12"/>
            </p:custDataLst>
          </p:nvPr>
        </p:nvSpPr>
        <p:spPr>
          <a:xfrm>
            <a:off x="904240" y="5689282"/>
            <a:ext cx="10541000" cy="8578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</a:pPr>
            <a:r>
              <a:rPr lang="zh-CN" altLang="en-US" sz="1600" dirty="0">
                <a:latin typeface="华文中宋" panose="02010600040101010101" charset="-122"/>
                <a:ea typeface="华文中宋" panose="02010600040101010101" charset="-122"/>
              </a:rPr>
              <a:t>目前只具有一些静态网页的功能，需要增添一些动态网页的功能，如允许客户端进行注册与登录，在身份认证后可拥有自己的文件存储空间，并上传文件</a:t>
            </a:r>
            <a:endParaRPr lang="zh-CN" altLang="en-US" sz="1600" dirty="0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31" name="矩形 30"/>
          <p:cNvSpPr/>
          <p:nvPr>
            <p:custDataLst>
              <p:tags r:id="rId13"/>
            </p:custDataLst>
          </p:nvPr>
        </p:nvSpPr>
        <p:spPr>
          <a:xfrm>
            <a:off x="904240" y="5324792"/>
            <a:ext cx="4184015" cy="32829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latin typeface="Calibri" panose="020F0502020204030204" charset="0"/>
                <a:ea typeface="微软雅黑" panose="020B0503020204020204" charset="-122"/>
              </a:rPr>
              <a:t>服务器整体设计过于简单</a:t>
            </a:r>
            <a:endParaRPr lang="en-US" altLang="zh-CN" b="1" dirty="0">
              <a:solidFill>
                <a:schemeClr val="accent1"/>
              </a:solidFill>
              <a:latin typeface="Calibri" panose="020F0502020204030204" charset="0"/>
              <a:ea typeface="微软雅黑" panose="020B0503020204020204" charset="-122"/>
            </a:endParaRPr>
          </a:p>
        </p:txBody>
      </p:sp>
      <p:sp>
        <p:nvSpPr>
          <p:cNvPr id="35" name="文本框 34" descr="章节序号1"/>
          <p:cNvSpPr txBox="1"/>
          <p:nvPr>
            <p:custDataLst>
              <p:tags r:id="rId14"/>
            </p:custDataLst>
          </p:nvPr>
        </p:nvSpPr>
        <p:spPr>
          <a:xfrm>
            <a:off x="904240" y="4811712"/>
            <a:ext cx="822325" cy="573405"/>
          </a:xfrm>
          <a:prstGeom prst="rect">
            <a:avLst/>
          </a:prstGeom>
          <a:noFill/>
        </p:spPr>
        <p:txBody>
          <a:bodyPr wrap="none" rtlCol="0">
            <a:noAutofit/>
          </a:bodyPr>
          <a:lstStyle>
            <a:defPPr>
              <a:defRPr lang="zh-CN"/>
            </a:defPPr>
            <a:lvl1pPr>
              <a:defRPr sz="5400" b="1">
                <a:solidFill>
                  <a:srgbClr val="526A8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altLang="zh-C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libri" panose="020F0502020204030204" charset="0"/>
              </a:rPr>
              <a:t>03</a:t>
            </a:r>
            <a:endParaRPr lang="zh-CN" altLang="en-US" sz="3600" dirty="0">
              <a:solidFill>
                <a:schemeClr val="accent1">
                  <a:lumMod val="40000"/>
                  <a:lumOff val="60000"/>
                </a:schemeClr>
              </a:solidFill>
              <a:latin typeface="Calibri" panose="020F0502020204030204" charset="0"/>
            </a:endParaRPr>
          </a:p>
        </p:txBody>
      </p:sp>
      <p:sp>
        <p:nvSpPr>
          <p:cNvPr id="38" name="文本框 37" descr="章节序号1"/>
          <p:cNvSpPr txBox="1"/>
          <p:nvPr>
            <p:custDataLst>
              <p:tags r:id="rId15"/>
            </p:custDataLst>
          </p:nvPr>
        </p:nvSpPr>
        <p:spPr>
          <a:xfrm>
            <a:off x="845185" y="1612265"/>
            <a:ext cx="1495425" cy="53340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>
            <a:defPPr>
              <a:defRPr lang="zh-CN"/>
            </a:defPPr>
            <a:lvl1pPr>
              <a:defRPr sz="5400" b="1">
                <a:solidFill>
                  <a:srgbClr val="526A8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altLang="zh-C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libri" panose="020F0502020204030204" charset="0"/>
              </a:rPr>
              <a:t>01</a:t>
            </a:r>
            <a:endParaRPr lang="zh-CN" altLang="en-US" sz="3600" dirty="0">
              <a:solidFill>
                <a:schemeClr val="accent1">
                  <a:lumMod val="40000"/>
                  <a:lumOff val="60000"/>
                </a:schemeClr>
              </a:solidFill>
              <a:latin typeface="Calibri" panose="020F0502020204030204" charset="0"/>
            </a:endParaRPr>
          </a:p>
        </p:txBody>
      </p:sp>
      <p:sp>
        <p:nvSpPr>
          <p:cNvPr id="39" name="文本框 38" descr="章节序号1"/>
          <p:cNvSpPr txBox="1"/>
          <p:nvPr>
            <p:custDataLst>
              <p:tags r:id="rId16"/>
            </p:custDataLst>
          </p:nvPr>
        </p:nvSpPr>
        <p:spPr>
          <a:xfrm>
            <a:off x="882967" y="3350259"/>
            <a:ext cx="747395" cy="44958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>
            <a:defPPr>
              <a:defRPr lang="zh-CN"/>
            </a:defPPr>
            <a:lvl1pPr>
              <a:defRPr sz="5400" b="1">
                <a:solidFill>
                  <a:srgbClr val="526A8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altLang="zh-C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libri" panose="020F0502020204030204" charset="0"/>
              </a:rPr>
              <a:t>02</a:t>
            </a:r>
            <a:endParaRPr lang="zh-CN" altLang="en-US" sz="3600" dirty="0">
              <a:solidFill>
                <a:schemeClr val="accent1">
                  <a:lumMod val="40000"/>
                  <a:lumOff val="60000"/>
                </a:schemeClr>
              </a:solidFill>
              <a:latin typeface="Calibri" panose="020F0502020204030204" charset="0"/>
            </a:endParaRPr>
          </a:p>
        </p:txBody>
      </p:sp>
      <p:cxnSp>
        <p:nvCxnSpPr>
          <p:cNvPr id="9" name="直接连接符 8"/>
          <p:cNvCxnSpPr/>
          <p:nvPr/>
        </p:nvCxnSpPr>
        <p:spPr>
          <a:xfrm flipV="1">
            <a:off x="563245" y="1587500"/>
            <a:ext cx="1389308" cy="9525"/>
          </a:xfrm>
          <a:prstGeom prst="line">
            <a:avLst/>
          </a:prstGeom>
          <a:ln w="31750">
            <a:gradFill>
              <a:gsLst>
                <a:gs pos="0">
                  <a:schemeClr val="accent1">
                    <a:hueOff val="-4200000"/>
                  </a:schemeClr>
                </a:gs>
                <a:gs pos="100000">
                  <a:schemeClr val="accent1"/>
                </a:gs>
              </a:gsLst>
            </a:gra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0" name="文本框 9"/>
          <p:cNvSpPr txBox="1"/>
          <p:nvPr>
            <p:custDataLst>
              <p:tags r:id="rId17"/>
            </p:custDataLst>
          </p:nvPr>
        </p:nvSpPr>
        <p:spPr>
          <a:xfrm>
            <a:off x="487045" y="1065530"/>
            <a:ext cx="1609887" cy="52197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5400">
                <a:ln w="38100">
                  <a:noFill/>
                </a:ln>
                <a:solidFill>
                  <a:srgbClr val="CA0000"/>
                </a:solidFill>
                <a:latin typeface="+mj-ea"/>
                <a:ea typeface="+mj-ea"/>
              </a:defRPr>
            </a:lvl1pPr>
          </a:lstStyle>
          <a:p>
            <a:pPr algn="l"/>
            <a:r>
              <a:rPr lang="zh-CN" altLang="en-US" sz="2800" dirty="0">
                <a:solidFill>
                  <a:srgbClr val="2E461C"/>
                </a:solidFill>
                <a:latin typeface="华文中宋" panose="02010600040101010101" charset="-122"/>
                <a:ea typeface="华文中宋" panose="02010600040101010101" charset="-122"/>
                <a:sym typeface="+mn-ea"/>
              </a:rPr>
              <a:t>存在不足</a:t>
            </a:r>
            <a:endParaRPr lang="zh-CN" altLang="en-US" sz="2800" dirty="0">
              <a:solidFill>
                <a:srgbClr val="2E461C"/>
              </a:solidFill>
              <a:latin typeface="华文中宋" panose="02010600040101010101" charset="-122"/>
              <a:ea typeface="华文中宋" panose="02010600040101010101" charset="-122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>
        <p159:morph option="byObject"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5" grpId="1" animBg="1"/>
      <p:bldP spid="6" grpId="0"/>
      <p:bldP spid="6" grpId="1"/>
      <p:bldP spid="7" grpId="0"/>
      <p:bldP spid="7" grpId="1"/>
      <p:bldP spid="22" grpId="0" animBg="1"/>
      <p:bldP spid="22" grpId="1" animBg="1"/>
      <p:bldP spid="23" grpId="0"/>
      <p:bldP spid="23" grpId="1"/>
      <p:bldP spid="24" grpId="0"/>
      <p:bldP spid="24" grpId="1"/>
      <p:bldP spid="29" grpId="0" animBg="1"/>
      <p:bldP spid="29" grpId="1" animBg="1"/>
      <p:bldP spid="30" grpId="0"/>
      <p:bldP spid="30" grpId="1"/>
      <p:bldP spid="31" grpId="0"/>
      <p:bldP spid="31" grpId="1"/>
      <p:bldP spid="35" grpId="0"/>
      <p:bldP spid="35" grpId="1"/>
      <p:bldP spid="38" grpId="0"/>
      <p:bldP spid="39" grpId="0"/>
      <p:bldP spid="39" grpId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/>
          <p:cNvSpPr/>
          <p:nvPr/>
        </p:nvSpPr>
        <p:spPr>
          <a:xfrm>
            <a:off x="0" y="0"/>
            <a:ext cx="12211034" cy="6858000"/>
          </a:xfrm>
          <a:prstGeom prst="rect">
            <a:avLst/>
          </a:prstGeom>
          <a:gradFill>
            <a:gsLst>
              <a:gs pos="35000">
                <a:srgbClr val="479F72">
                  <a:alpha val="90000"/>
                </a:srgbClr>
              </a:gs>
              <a:gs pos="100000">
                <a:srgbClr val="35823C">
                  <a:alpha val="0"/>
                </a:srgbClr>
              </a:gs>
              <a:gs pos="0">
                <a:srgbClr val="479F72"/>
              </a:gs>
            </a:gsLst>
            <a:lin ang="0" scaled="1"/>
          </a:gradFill>
          <a:ln>
            <a:noFill/>
          </a:ln>
        </p:spPr>
        <p:style>
          <a:lnRef idx="2">
            <a:srgbClr val="86C131">
              <a:shade val="50000"/>
            </a:srgbClr>
          </a:lnRef>
          <a:fillRef idx="1">
            <a:srgbClr val="86C131"/>
          </a:fillRef>
          <a:effectRef idx="0">
            <a:srgbClr val="86C131"/>
          </a:effectRef>
          <a:fontRef idx="minor">
            <a:sysClr val="window" lastClr="FFFFFF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ysClr val="window" lastClr="FFFFFF"/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64" name="矩形 63"/>
          <p:cNvSpPr/>
          <p:nvPr>
            <p:custDataLst>
              <p:tags r:id="rId1"/>
            </p:custDataLst>
          </p:nvPr>
        </p:nvSpPr>
        <p:spPr>
          <a:xfrm>
            <a:off x="0" y="0"/>
            <a:ext cx="12192635" cy="6857365"/>
          </a:xfrm>
          <a:prstGeom prst="rect">
            <a:avLst/>
          </a:prstGeom>
          <a:solidFill>
            <a:srgbClr val="1A6A4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" name="图片 2" descr="带字透明底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rcRect t="29740" b="22457"/>
          <a:stretch>
            <a:fillRect/>
          </a:stretch>
        </p:blipFill>
        <p:spPr>
          <a:xfrm>
            <a:off x="9144000" y="103505"/>
            <a:ext cx="3048000" cy="746125"/>
          </a:xfrm>
          <a:prstGeom prst="rect">
            <a:avLst/>
          </a:prstGeom>
        </p:spPr>
      </p:pic>
      <p:sp>
        <p:nvSpPr>
          <p:cNvPr id="6" name="圆角矩形 5"/>
          <p:cNvSpPr/>
          <p:nvPr/>
        </p:nvSpPr>
        <p:spPr>
          <a:xfrm>
            <a:off x="2150110" y="1676400"/>
            <a:ext cx="7910830" cy="3349625"/>
          </a:xfrm>
          <a:prstGeom prst="roundRect">
            <a:avLst/>
          </a:prstGeom>
          <a:solidFill>
            <a:srgbClr val="FFFDF5"/>
          </a:solidFill>
          <a:ln>
            <a:noFill/>
          </a:ln>
          <a:effectLst>
            <a:outerShdw blurRad="127000" dist="38100" dir="2700000" sx="101000" sy="101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/>
          <p:cNvSpPr txBox="1"/>
          <p:nvPr>
            <p:custDataLst>
              <p:tags r:id="rId4"/>
            </p:custDataLst>
          </p:nvPr>
        </p:nvSpPr>
        <p:spPr>
          <a:xfrm>
            <a:off x="2761615" y="2612390"/>
            <a:ext cx="6687820" cy="11068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6600" spc="200">
                <a:solidFill>
                  <a:srgbClr val="2E461C"/>
                </a:solidFill>
                <a:uFillTx/>
                <a:latin typeface="华文中宋" panose="02010600040101010101" charset="-122"/>
                <a:ea typeface="华文中宋" panose="02010600040101010101" charset="-122"/>
              </a:rPr>
              <a:t>请老师批评指正！</a:t>
            </a:r>
            <a:endParaRPr lang="zh-CN" altLang="en-US" sz="6600" spc="200">
              <a:solidFill>
                <a:srgbClr val="2E461C"/>
              </a:solidFill>
              <a:uFillTx/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>
        <p159:morph option="byObject"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bldLvl="0" animBg="1"/>
    </p:bldLst>
  </p:timing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BEAUTIFY_FLAG" val=""/>
</p:tagLst>
</file>

<file path=ppt/tags/tag6.xml><?xml version="1.0" encoding="utf-8"?>
<p:tagLst xmlns:p="http://schemas.openxmlformats.org/presentationml/2006/main">
  <p:tag name="KSO_WM_BEAUTIFY_FLAG" val=""/>
</p:tagLst>
</file>

<file path=ppt/tags/tag7.xml><?xml version="1.0" encoding="utf-8"?>
<p:tagLst xmlns:p="http://schemas.openxmlformats.org/presentationml/2006/main">
  <p:tag name="KSO_WM_DIAGRAM_VIRTUALLY_FRAME" val="{&quot;height&quot;:399.7,&quot;left&quot;:303.15,&quot;top&quot;:75.6,&quot;width&quot;:520.1}"/>
</p:tagLst>
</file>

<file path=ppt/tags/tag8.xml><?xml version="1.0" encoding="utf-8"?>
<p:tagLst xmlns:p="http://schemas.openxmlformats.org/presentationml/2006/main">
  <p:tag name="KSO_WM_DIAGRAM_VIRTUALLY_FRAME" val="{&quot;height&quot;:399.7,&quot;left&quot;:303.15,&quot;top&quot;:75.6,&quot;width&quot;:520.1}"/>
</p:tagLst>
</file>

<file path=ppt/tags/tag9.xml><?xml version="1.0" encoding="utf-8"?>
<p:tagLst xmlns:p="http://schemas.openxmlformats.org/presentationml/2006/main">
  <p:tag name="KSO_WM_DIAGRAM_VIRTUALLY_FRAME" val="{&quot;height&quot;:399.7,&quot;left&quot;:303.15,&quot;top&quot;:75.6,&quot;width&quot;:520.1}"/>
</p:tagLst>
</file>

<file path=ppt/tags/tag10.xml><?xml version="1.0" encoding="utf-8"?>
<p:tagLst xmlns:p="http://schemas.openxmlformats.org/presentationml/2006/main">
  <p:tag name="KSO_WM_BEAUTIFY_FLAG" val=""/>
  <p:tag name="KSO_WM_DIAGRAM_VIRTUALLY_FRAME" val="{&quot;height&quot;:399.7,&quot;left&quot;:303.15,&quot;top&quot;:75.6,&quot;width&quot;:520.1}"/>
</p:tagLst>
</file>

<file path=ppt/tags/tag11.xml><?xml version="1.0" encoding="utf-8"?>
<p:tagLst xmlns:p="http://schemas.openxmlformats.org/presentationml/2006/main">
  <p:tag name="KSO_WM_BEAUTIFY_FLAG" val=""/>
  <p:tag name="KSO_WM_DIAGRAM_VIRTUALLY_FRAME" val="{&quot;height&quot;:399.7,&quot;left&quot;:303.15,&quot;top&quot;:75.6,&quot;width&quot;:520.1}"/>
</p:tagLst>
</file>

<file path=ppt/tags/tag12.xml><?xml version="1.0" encoding="utf-8"?>
<p:tagLst xmlns:p="http://schemas.openxmlformats.org/presentationml/2006/main">
  <p:tag name="KSO_WM_BEAUTIFY_FLAG" val=""/>
  <p:tag name="KSO_WM_DIAGRAM_VIRTUALLY_FRAME" val="{&quot;height&quot;:399.7,&quot;left&quot;:303.15,&quot;top&quot;:75.6,&quot;width&quot;:520.1}"/>
</p:tagLst>
</file>

<file path=ppt/tags/tag13.xml><?xml version="1.0" encoding="utf-8"?>
<p:tagLst xmlns:p="http://schemas.openxmlformats.org/presentationml/2006/main">
  <p:tag name="KSO_WM_BEAUTIFY_FLAG" val=""/>
  <p:tag name="KSO_WM_DIAGRAM_VIRTUALLY_FRAME" val="{&quot;height&quot;:399.7,&quot;left&quot;:303.15,&quot;top&quot;:75.6,&quot;width&quot;:520.1}"/>
</p:tagLst>
</file>

<file path=ppt/tags/tag14.xml><?xml version="1.0" encoding="utf-8"?>
<p:tagLst xmlns:p="http://schemas.openxmlformats.org/presentationml/2006/main">
  <p:tag name="KSO_WM_BEAUTIFY_FLAG" val=""/>
  <p:tag name="KSO_WM_DIAGRAM_VIRTUALLY_FRAME" val="{&quot;height&quot;:399.7,&quot;left&quot;:303.15,&quot;top&quot;:75.6,&quot;width&quot;:520.1}"/>
</p:tagLst>
</file>

<file path=ppt/tags/tag15.xml><?xml version="1.0" encoding="utf-8"?>
<p:tagLst xmlns:p="http://schemas.openxmlformats.org/presentationml/2006/main">
  <p:tag name="KSO_WM_BEAUTIFY_FLAG" val=""/>
  <p:tag name="KSO_WM_DIAGRAM_VIRTUALLY_FRAME" val="{&quot;height&quot;:399.7,&quot;left&quot;:303.15,&quot;top&quot;:75.6,&quot;width&quot;:520.1}"/>
</p:tagLst>
</file>

<file path=ppt/tags/tag16.xml><?xml version="1.0" encoding="utf-8"?>
<p:tagLst xmlns:p="http://schemas.openxmlformats.org/presentationml/2006/main">
  <p:tag name="KSO_WM_BEAUTIFY_FLAG" val=""/>
</p:tagLst>
</file>

<file path=ppt/tags/tag17.xml><?xml version="1.0" encoding="utf-8"?>
<p:tagLst xmlns:p="http://schemas.openxmlformats.org/presentationml/2006/main">
  <p:tag name="KSO_WM_DIAGRAM_VIRTUALLY_FRAME" val="{&quot;height&quot;:399.7,&quot;left&quot;:303.15,&quot;top&quot;:75.6,&quot;width&quot;:520.1}"/>
</p:tagLst>
</file>

<file path=ppt/tags/tag18.xml><?xml version="1.0" encoding="utf-8"?>
<p:tagLst xmlns:p="http://schemas.openxmlformats.org/presentationml/2006/main">
  <p:tag name="KSO_WM_BEAUTIFY_FLAG" val=""/>
  <p:tag name="KSO_WM_DIAGRAM_VIRTUALLY_FRAME" val="{&quot;height&quot;:399.7,&quot;left&quot;:303.15,&quot;top&quot;:75.6,&quot;width&quot;:520.1}"/>
</p:tagLst>
</file>

<file path=ppt/tags/tag19.xml><?xml version="1.0" encoding="utf-8"?>
<p:tagLst xmlns:p="http://schemas.openxmlformats.org/presentationml/2006/main">
  <p:tag name="KSO_WM_DIAGRAM_VIRTUALLY_FRAME" val="{&quot;height&quot;:399.7,&quot;left&quot;:303.15,&quot;top&quot;:75.6,&quot;width&quot;:520.1}"/>
</p:tagLst>
</file>

<file path=ppt/tags/tag20.xml><?xml version="1.0" encoding="utf-8"?>
<p:tagLst xmlns:p="http://schemas.openxmlformats.org/presentationml/2006/main">
  <p:tag name="KSO_WM_BEAUTIFY_FLAG" val=""/>
</p:tagLst>
</file>

<file path=ppt/tags/tag21.xml><?xml version="1.0" encoding="utf-8"?>
<p:tagLst xmlns:p="http://schemas.openxmlformats.org/presentationml/2006/main">
  <p:tag name="KSO_WM_BEAUTIFY_FLAG" val=""/>
</p:tagLst>
</file>

<file path=ppt/tags/tag22.xml><?xml version="1.0" encoding="utf-8"?>
<p:tagLst xmlns:p="http://schemas.openxmlformats.org/presentationml/2006/main">
  <p:tag name="KSO_WM_BEAUTIFY_FLAG" val=""/>
</p:tagLst>
</file>

<file path=ppt/tags/tag23.xml><?xml version="1.0" encoding="utf-8"?>
<p:tagLst xmlns:p="http://schemas.openxmlformats.org/presentationml/2006/main">
  <p:tag name="KSO_WM_BEAUTIFY_FLAG" val=""/>
</p:tagLst>
</file>

<file path=ppt/tags/tag24.xml><?xml version="1.0" encoding="utf-8"?>
<p:tagLst xmlns:p="http://schemas.openxmlformats.org/presentationml/2006/main">
  <p:tag name="KSO_WM_BEAUTIFY_FLAG" val=""/>
</p:tagLst>
</file>

<file path=ppt/tags/tag25.xml><?xml version="1.0" encoding="utf-8"?>
<p:tagLst xmlns:p="http://schemas.openxmlformats.org/presentationml/2006/main">
  <p:tag name="KSO_WM_BEAUTIFY_FLAG" val=""/>
</p:tagLst>
</file>

<file path=ppt/tags/tag26.xml><?xml version="1.0" encoding="utf-8"?>
<p:tagLst xmlns:p="http://schemas.openxmlformats.org/presentationml/2006/main">
  <p:tag name="KSO_WM_BEAUTIFY_FLAG" val=""/>
</p:tagLst>
</file>

<file path=ppt/tags/tag27.xml><?xml version="1.0" encoding="utf-8"?>
<p:tagLst xmlns:p="http://schemas.openxmlformats.org/presentationml/2006/main">
  <p:tag name="KSO_WM_BEAUTIFY_FLAG" val=""/>
</p:tagLst>
</file>

<file path=ppt/tags/tag28.xml><?xml version="1.0" encoding="utf-8"?>
<p:tagLst xmlns:p="http://schemas.openxmlformats.org/presentationml/2006/main">
  <p:tag name="KSO_WM_DIAGRAM_VIRTUALLY_FRAME" val="{&quot;height&quot;:356.798188976378,&quot;left&quot;:64.3,&quot;top&quot;:99.44905511811025,&quot;width&quot;:641.8664566929134}"/>
</p:tagLst>
</file>

<file path=ppt/tags/tag29.xml><?xml version="1.0" encoding="utf-8"?>
<p:tagLst xmlns:p="http://schemas.openxmlformats.org/presentationml/2006/main">
  <p:tag name="KSO_WM_DIAGRAM_VIRTUALLY_FRAME" val="{&quot;height&quot;:356.798188976378,&quot;left&quot;:64.3,&quot;top&quot;:99.44905511811025,&quot;width&quot;:641.8664566929134}"/>
</p:tagLst>
</file>

<file path=ppt/tags/tag30.xml><?xml version="1.0" encoding="utf-8"?>
<p:tagLst xmlns:p="http://schemas.openxmlformats.org/presentationml/2006/main">
  <p:tag name="KSO_WM_DIAGRAM_VIRTUALLY_FRAME" val="{&quot;height&quot;:356.798188976378,&quot;left&quot;:64.3,&quot;top&quot;:99.44905511811025,&quot;width&quot;:641.8664566929134}"/>
</p:tagLst>
</file>

<file path=ppt/tags/tag31.xml><?xml version="1.0" encoding="utf-8"?>
<p:tagLst xmlns:p="http://schemas.openxmlformats.org/presentationml/2006/main">
  <p:tag name="KSO_WM_DIAGRAM_VIRTUALLY_FRAME" val="{&quot;height&quot;:356.798188976378,&quot;left&quot;:64.3,&quot;top&quot;:99.44905511811025,&quot;width&quot;:641.8664566929134}"/>
</p:tagLst>
</file>

<file path=ppt/tags/tag32.xml><?xml version="1.0" encoding="utf-8"?>
<p:tagLst xmlns:p="http://schemas.openxmlformats.org/presentationml/2006/main">
  <p:tag name="KSO_WM_DIAGRAM_VIRTUALLY_FRAME" val="{&quot;height&quot;:356.798188976378,&quot;left&quot;:64.3,&quot;top&quot;:99.44905511811025,&quot;width&quot;:641.8664566929134}"/>
</p:tagLst>
</file>

<file path=ppt/tags/tag33.xml><?xml version="1.0" encoding="utf-8"?>
<p:tagLst xmlns:p="http://schemas.openxmlformats.org/presentationml/2006/main">
  <p:tag name="KSO_WM_DIAGRAM_VIRTUALLY_FRAME" val="{&quot;height&quot;:356.798188976378,&quot;left&quot;:64.3,&quot;top&quot;:99.44905511811025,&quot;width&quot;:641.8664566929134}"/>
</p:tagLst>
</file>

<file path=ppt/tags/tag34.xml><?xml version="1.0" encoding="utf-8"?>
<p:tagLst xmlns:p="http://schemas.openxmlformats.org/presentationml/2006/main">
  <p:tag name="KSO_WM_BEAUTIFY_FLAG" val=""/>
</p:tagLst>
</file>

<file path=ppt/tags/tag35.xml><?xml version="1.0" encoding="utf-8"?>
<p:tagLst xmlns:p="http://schemas.openxmlformats.org/presentationml/2006/main">
  <p:tag name="KSO_WM_BEAUTIFY_FLAG" val=""/>
</p:tagLst>
</file>

<file path=ppt/tags/tag36.xml><?xml version="1.0" encoding="utf-8"?>
<p:tagLst xmlns:p="http://schemas.openxmlformats.org/presentationml/2006/main">
  <p:tag name="KSO_WM_BEAUTIFY_FLAG" val=""/>
</p:tagLst>
</file>

<file path=ppt/tags/tag37.xml><?xml version="1.0" encoding="utf-8"?>
<p:tagLst xmlns:p="http://schemas.openxmlformats.org/presentationml/2006/main">
  <p:tag name="KSO_WM_BEAUTIFY_FLAG" val=""/>
</p:tagLst>
</file>

<file path=ppt/tags/tag38.xml><?xml version="1.0" encoding="utf-8"?>
<p:tagLst xmlns:p="http://schemas.openxmlformats.org/presentationml/2006/main">
  <p:tag name="KSO_WM_BEAUTIFY_FLAG" val=""/>
</p:tagLst>
</file>

<file path=ppt/tags/tag39.xml><?xml version="1.0" encoding="utf-8"?>
<p:tagLst xmlns:p="http://schemas.openxmlformats.org/presentationml/2006/main">
  <p:tag name="KSO_WM_BEAUTIFY_FLAG" val=""/>
</p:tagLst>
</file>

<file path=ppt/tags/tag40.xml><?xml version="1.0" encoding="utf-8"?>
<p:tagLst xmlns:p="http://schemas.openxmlformats.org/presentationml/2006/main">
  <p:tag name="KSO_WM_BEAUTIFY_FLAG" val=""/>
</p:tagLst>
</file>

<file path=ppt/tags/tag41.xml><?xml version="1.0" encoding="utf-8"?>
<p:tagLst xmlns:p="http://schemas.openxmlformats.org/presentationml/2006/main">
  <p:tag name="KSO_WM_BEAUTIFY_FLAG" val=""/>
</p:tagLst>
</file>

<file path=ppt/tags/tag42.xml><?xml version="1.0" encoding="utf-8"?>
<p:tagLst xmlns:p="http://schemas.openxmlformats.org/presentationml/2006/main">
  <p:tag name="KSO_WM_BEAUTIFY_FLAG" val=""/>
</p:tagLst>
</file>

<file path=ppt/tags/tag43.xml><?xml version="1.0" encoding="utf-8"?>
<p:tagLst xmlns:p="http://schemas.openxmlformats.org/presentationml/2006/main">
  <p:tag name="KSO_WM_BEAUTIFY_FLAG" val=""/>
</p:tagLst>
</file>

<file path=ppt/tags/tag44.xml><?xml version="1.0" encoding="utf-8"?>
<p:tagLst xmlns:p="http://schemas.openxmlformats.org/presentationml/2006/main">
  <p:tag name="KSO_WM_BEAUTIFY_FLAG" val=""/>
</p:tagLst>
</file>

<file path=ppt/tags/tag45.xml><?xml version="1.0" encoding="utf-8"?>
<p:tagLst xmlns:p="http://schemas.openxmlformats.org/presentationml/2006/main">
  <p:tag name="KSO_WM_BEAUTIFY_FLAG" val=""/>
</p:tagLst>
</file>

<file path=ppt/tags/tag46.xml><?xml version="1.0" encoding="utf-8"?>
<p:tagLst xmlns:p="http://schemas.openxmlformats.org/presentationml/2006/main">
  <p:tag name="KSO_WM_BEAUTIFY_FLAG" val=""/>
</p:tagLst>
</file>

<file path=ppt/tags/tag47.xml><?xml version="1.0" encoding="utf-8"?>
<p:tagLst xmlns:p="http://schemas.openxmlformats.org/presentationml/2006/main">
  <p:tag name="KSO_WM_BEAUTIFY_FLAG" val=""/>
</p:tagLst>
</file>

<file path=ppt/tags/tag48.xml><?xml version="1.0" encoding="utf-8"?>
<p:tagLst xmlns:p="http://schemas.openxmlformats.org/presentationml/2006/main">
  <p:tag name="KSO_WM_BEAUTIFY_FLAG" val=""/>
</p:tagLst>
</file>

<file path=ppt/tags/tag49.xml><?xml version="1.0" encoding="utf-8"?>
<p:tagLst xmlns:p="http://schemas.openxmlformats.org/presentationml/2006/main">
  <p:tag name="KSO_WM_BEAUTIFY_FLAG" val=""/>
</p:tagLst>
</file>

<file path=ppt/tags/tag50.xml><?xml version="1.0" encoding="utf-8"?>
<p:tagLst xmlns:p="http://schemas.openxmlformats.org/presentationml/2006/main">
  <p:tag name="KSO_WM_BEAUTIFY_FLAG" val=""/>
</p:tagLst>
</file>

<file path=ppt/tags/tag51.xml><?xml version="1.0" encoding="utf-8"?>
<p:tagLst xmlns:p="http://schemas.openxmlformats.org/presentationml/2006/main">
  <p:tag name="KSO_WM_BEAUTIFY_FLAG" val=""/>
</p:tagLst>
</file>

<file path=ppt/tags/tag52.xml><?xml version="1.0" encoding="utf-8"?>
<p:tagLst xmlns:p="http://schemas.openxmlformats.org/presentationml/2006/main">
  <p:tag name="KSO_WM_BEAUTIFY_FLAG" val=""/>
</p:tagLst>
</file>

<file path=ppt/tags/tag53.xml><?xml version="1.0" encoding="utf-8"?>
<p:tagLst xmlns:p="http://schemas.openxmlformats.org/presentationml/2006/main">
  <p:tag name="KSO_WM_BEAUTIFY_FLAG" val=""/>
</p:tagLst>
</file>

<file path=ppt/tags/tag54.xml><?xml version="1.0" encoding="utf-8"?>
<p:tagLst xmlns:p="http://schemas.openxmlformats.org/presentationml/2006/main">
  <p:tag name="KSO_WM_BEAUTIFY_FLAG" val=""/>
</p:tagLst>
</file>

<file path=ppt/tags/tag55.xml><?xml version="1.0" encoding="utf-8"?>
<p:tagLst xmlns:p="http://schemas.openxmlformats.org/presentationml/2006/main">
  <p:tag name="KSO_WM_BEAUTIFY_FLAG" val=""/>
</p:tagLst>
</file>

<file path=ppt/tags/tag56.xml><?xml version="1.0" encoding="utf-8"?>
<p:tagLst xmlns:p="http://schemas.openxmlformats.org/presentationml/2006/main">
  <p:tag name="KSO_WM_BEAUTIFY_FLAG" val=""/>
</p:tagLst>
</file>

<file path=ppt/tags/tag57.xml><?xml version="1.0" encoding="utf-8"?>
<p:tagLst xmlns:p="http://schemas.openxmlformats.org/presentationml/2006/main">
  <p:tag name="KSO_WM_BEAUTIFY_FLAG" val=""/>
</p:tagLst>
</file>

<file path=ppt/tags/tag58.xml><?xml version="1.0" encoding="utf-8"?>
<p:tagLst xmlns:p="http://schemas.openxmlformats.org/presentationml/2006/main">
  <p:tag name="KSO_WM_BEAUTIFY_FLAG" val=""/>
</p:tagLst>
</file>

<file path=ppt/tags/tag59.xml><?xml version="1.0" encoding="utf-8"?>
<p:tagLst xmlns:p="http://schemas.openxmlformats.org/presentationml/2006/main">
  <p:tag name="KSO_WM_BEAUTIFY_FLAG" val=""/>
</p:tagLst>
</file>

<file path=ppt/tags/tag60.xml><?xml version="1.0" encoding="utf-8"?>
<p:tagLst xmlns:p="http://schemas.openxmlformats.org/presentationml/2006/main">
  <p:tag name="KSO_WM_BEAUTIFY_FLAG" val=""/>
</p:tagLst>
</file>

<file path=ppt/tags/tag61.xml><?xml version="1.0" encoding="utf-8"?>
<p:tagLst xmlns:p="http://schemas.openxmlformats.org/presentationml/2006/main">
  <p:tag name="KSO_WM_BEAUTIFY_FLAG" val=""/>
</p:tagLst>
</file>

<file path=ppt/tags/tag62.xml><?xml version="1.0" encoding="utf-8"?>
<p:tagLst xmlns:p="http://schemas.openxmlformats.org/presentationml/2006/main">
  <p:tag name="KSO_WM_BEAUTIFY_FLAG" val=""/>
</p:tagLst>
</file>

<file path=ppt/tags/tag63.xml><?xml version="1.0" encoding="utf-8"?>
<p:tagLst xmlns:p="http://schemas.openxmlformats.org/presentationml/2006/main">
  <p:tag name="KSO_WM_BEAUTIFY_FLAG" val=""/>
</p:tagLst>
</file>

<file path=ppt/tags/tag64.xml><?xml version="1.0" encoding="utf-8"?>
<p:tagLst xmlns:p="http://schemas.openxmlformats.org/presentationml/2006/main">
  <p:tag name="KSO_WM_BEAUTIFY_FLAG" val=""/>
</p:tagLst>
</file>

<file path=ppt/tags/tag65.xml><?xml version="1.0" encoding="utf-8"?>
<p:tagLst xmlns:p="http://schemas.openxmlformats.org/presentationml/2006/main">
  <p:tag name="KSO_WM_BEAUTIFY_FLAG" val=""/>
</p:tagLst>
</file>

<file path=ppt/tags/tag66.xml><?xml version="1.0" encoding="utf-8"?>
<p:tagLst xmlns:p="http://schemas.openxmlformats.org/presentationml/2006/main">
  <p:tag name="KSO_WM_BEAUTIFY_FLAG" val=""/>
</p:tagLst>
</file>

<file path=ppt/tags/tag67.xml><?xml version="1.0" encoding="utf-8"?>
<p:tagLst xmlns:p="http://schemas.openxmlformats.org/presentationml/2006/main">
  <p:tag name="KSO_WM_BEAUTIFY_FLAG" val=""/>
</p:tagLst>
</file>

<file path=ppt/tags/tag68.xml><?xml version="1.0" encoding="utf-8"?>
<p:tagLst xmlns:p="http://schemas.openxmlformats.org/presentationml/2006/main">
  <p:tag name="KSO_WM_BEAUTIFY_FLAG" val=""/>
</p:tagLst>
</file>

<file path=ppt/tags/tag69.xml><?xml version="1.0" encoding="utf-8"?>
<p:tagLst xmlns:p="http://schemas.openxmlformats.org/presentationml/2006/main">
  <p:tag name="KSO_WM_BEAUTIFY_FLAG" val=""/>
</p:tagLst>
</file>

<file path=ppt/tags/tag70.xml><?xml version="1.0" encoding="utf-8"?>
<p:tagLst xmlns:p="http://schemas.openxmlformats.org/presentationml/2006/main">
  <p:tag name="KSO_WM_BEAUTIFY_FLAG" val=""/>
</p:tagLst>
</file>

<file path=ppt/tags/tag71.xml><?xml version="1.0" encoding="utf-8"?>
<p:tagLst xmlns:p="http://schemas.openxmlformats.org/presentationml/2006/main">
  <p:tag name="KSO_WM_BEAUTIFY_FLAG" val=""/>
</p:tagLst>
</file>

<file path=ppt/tags/tag72.xml><?xml version="1.0" encoding="utf-8"?>
<p:tagLst xmlns:p="http://schemas.openxmlformats.org/presentationml/2006/main">
  <p:tag name="KSO_WM_BEAUTIFY_FLAG" val=""/>
</p:tagLst>
</file>

<file path=ppt/tags/tag73.xml><?xml version="1.0" encoding="utf-8"?>
<p:tagLst xmlns:p="http://schemas.openxmlformats.org/presentationml/2006/main">
  <p:tag name="KSO_WM_BEAUTIFY_FLAG" val=""/>
</p:tagLst>
</file>

<file path=ppt/tags/tag74.xml><?xml version="1.0" encoding="utf-8"?>
<p:tagLst xmlns:p="http://schemas.openxmlformats.org/presentationml/2006/main">
  <p:tag name="KSO_WM_BEAUTIFY_FLAG" val=""/>
</p:tagLst>
</file>

<file path=ppt/tags/tag75.xml><?xml version="1.0" encoding="utf-8"?>
<p:tagLst xmlns:p="http://schemas.openxmlformats.org/presentationml/2006/main">
  <p:tag name="KSO_WM_BEAUTIFY_FLAG" val=""/>
</p:tagLst>
</file>

<file path=ppt/tags/tag76.xml><?xml version="1.0" encoding="utf-8"?>
<p:tagLst xmlns:p="http://schemas.openxmlformats.org/presentationml/2006/main">
  <p:tag name="KSO_WM_BEAUTIFY_FLAG" val=""/>
</p:tagLst>
</file>

<file path=ppt/tags/tag77.xml><?xml version="1.0" encoding="utf-8"?>
<p:tagLst xmlns:p="http://schemas.openxmlformats.org/presentationml/2006/main">
  <p:tag name="KSO_WM_BEAUTIFY_FLAG" val=""/>
</p:tagLst>
</file>

<file path=ppt/tags/tag78.xml><?xml version="1.0" encoding="utf-8"?>
<p:tagLst xmlns:p="http://schemas.openxmlformats.org/presentationml/2006/main">
  <p:tag name="KSO_WM_BEAUTIFY_FLAG" val=""/>
</p:tagLst>
</file>

<file path=ppt/tags/tag79.xml><?xml version="1.0" encoding="utf-8"?>
<p:tagLst xmlns:p="http://schemas.openxmlformats.org/presentationml/2006/main">
  <p:tag name="KSO_WM_BEAUTIFY_FLAG" val=""/>
</p:tagLst>
</file>

<file path=ppt/tags/tag80.xml><?xml version="1.0" encoding="utf-8"?>
<p:tagLst xmlns:p="http://schemas.openxmlformats.org/presentationml/2006/main">
  <p:tag name="KSO_WM_BEAUTIFY_FLAG" val=""/>
</p:tagLst>
</file>

<file path=ppt/tags/tag81.xml><?xml version="1.0" encoding="utf-8"?>
<p:tagLst xmlns:p="http://schemas.openxmlformats.org/presentationml/2006/main">
  <p:tag name="KSO_WM_BEAUTIFY_FLAG" val=""/>
</p:tagLst>
</file>

<file path=ppt/tags/tag82.xml><?xml version="1.0" encoding="utf-8"?>
<p:tagLst xmlns:p="http://schemas.openxmlformats.org/presentationml/2006/main">
  <p:tag name="KSO_WM_BEAUTIFY_FLAG" val=""/>
</p:tagLst>
</file>

<file path=ppt/tags/tag83.xml><?xml version="1.0" encoding="utf-8"?>
<p:tagLst xmlns:p="http://schemas.openxmlformats.org/presentationml/2006/main">
  <p:tag name="KSO_WM_BEAUTIFY_FLAG" val=""/>
</p:tagLst>
</file>

<file path=ppt/tags/tag84.xml><?xml version="1.0" encoding="utf-8"?>
<p:tagLst xmlns:p="http://schemas.openxmlformats.org/presentationml/2006/main">
  <p:tag name="KSO_WM_BEAUTIFY_FLAG" val=""/>
</p:tagLst>
</file>

<file path=ppt/tags/tag85.xml><?xml version="1.0" encoding="utf-8"?>
<p:tagLst xmlns:p="http://schemas.openxmlformats.org/presentationml/2006/main">
  <p:tag name="KSO_WM_BEAUTIFY_FLAG" val=""/>
</p:tagLst>
</file>

<file path=ppt/tags/tag86.xml><?xml version="1.0" encoding="utf-8"?>
<p:tagLst xmlns:p="http://schemas.openxmlformats.org/presentationml/2006/main">
  <p:tag name="KSO_WM_BEAUTIFY_FLAG" val=""/>
</p:tagLst>
</file>

<file path=ppt/tags/tag87.xml><?xml version="1.0" encoding="utf-8"?>
<p:tagLst xmlns:p="http://schemas.openxmlformats.org/presentationml/2006/main">
  <p:tag name="KSO_WM_BEAUTIFY_FLAG" val=""/>
</p:tagLst>
</file>

<file path=ppt/tags/tag88.xml><?xml version="1.0" encoding="utf-8"?>
<p:tagLst xmlns:p="http://schemas.openxmlformats.org/presentationml/2006/main">
  <p:tag name="KSO_WM_BEAUTIFY_FLAG" val=""/>
</p:tagLst>
</file>

<file path=ppt/tags/tag89.xml><?xml version="1.0" encoding="utf-8"?>
<p:tagLst xmlns:p="http://schemas.openxmlformats.org/presentationml/2006/main">
  <p:tag name="KSO_WM_BEAUTIFY_FLAG" val=""/>
</p:tagLst>
</file>

<file path=ppt/tags/tag90.xml><?xml version="1.0" encoding="utf-8"?>
<p:tagLst xmlns:p="http://schemas.openxmlformats.org/presentationml/2006/main">
  <p:tag name="KSO_WM_BEAUTIFY_FLAG" val=""/>
</p:tagLst>
</file>

<file path=ppt/tags/tag91.xml><?xml version="1.0" encoding="utf-8"?>
<p:tagLst xmlns:p="http://schemas.openxmlformats.org/presentationml/2006/main">
  <p:tag name="KSO_WM_BEAUTIFY_FLAG" val=""/>
</p:tagLst>
</file>

<file path=ppt/tags/tag92.xml><?xml version="1.0" encoding="utf-8"?>
<p:tagLst xmlns:p="http://schemas.openxmlformats.org/presentationml/2006/main">
  <p:tag name="KSO_WM_BEAUTIFY_FLAG" val=""/>
</p:tagLst>
</file>

<file path=ppt/tags/tag93.xml><?xml version="1.0" encoding="utf-8"?>
<p:tagLst xmlns:p="http://schemas.openxmlformats.org/presentationml/2006/main">
  <p:tag name="KSO_WM_BEAUTIFY_FLAG" val=""/>
</p:tagLst>
</file>

<file path=ppt/tags/tag94.xml><?xml version="1.0" encoding="utf-8"?>
<p:tagLst xmlns:p="http://schemas.openxmlformats.org/presentationml/2006/main">
  <p:tag name="KSO_WM_BEAUTIFY_FLAG" val=""/>
</p:tagLst>
</file>

<file path=ppt/tags/tag95.xml><?xml version="1.0" encoding="utf-8"?>
<p:tagLst xmlns:p="http://schemas.openxmlformats.org/presentationml/2006/main">
  <p:tag name="KSO_WM_BEAUTIFY_FLAG" val=""/>
</p:tagLst>
</file>

<file path=ppt/tags/tag96.xml><?xml version="1.0" encoding="utf-8"?>
<p:tagLst xmlns:p="http://schemas.openxmlformats.org/presentationml/2006/main">
  <p:tag name="KSO_WM_BEAUTIFY_FLAG" val=""/>
</p:tagLst>
</file>

<file path=ppt/tags/tag97.xml><?xml version="1.0" encoding="utf-8"?>
<p:tagLst xmlns:p="http://schemas.openxmlformats.org/presentationml/2006/main">
  <p:tag name="KSO_WM_BEAUTIFY_FLAG" val=""/>
</p:tagLst>
</file>

<file path=ppt/tags/tag98.xml><?xml version="1.0" encoding="utf-8"?>
<p:tagLst xmlns:p="http://schemas.openxmlformats.org/presentationml/2006/main">
  <p:tag name="KSO_WM_BEAUTIFY_FLAG" val=""/>
</p:tagLst>
</file>

<file path=ppt/tags/tag99.xml><?xml version="1.0" encoding="utf-8"?>
<p:tagLst xmlns:p="http://schemas.openxmlformats.org/presentationml/2006/main">
  <p:tag name="KSO_WM_BEAUTIFY_FLAG" val=""/>
</p:tagLst>
</file>

<file path=ppt/tags/tag100.xml><?xml version="1.0" encoding="utf-8"?>
<p:tagLst xmlns:p="http://schemas.openxmlformats.org/presentationml/2006/main">
  <p:tag name="KSO_WM_BEAUTIFY_FLAG" val=""/>
</p:tagLst>
</file>

<file path=ppt/tags/tag101.xml><?xml version="1.0" encoding="utf-8"?>
<p:tagLst xmlns:p="http://schemas.openxmlformats.org/presentationml/2006/main">
  <p:tag name="KSO_WM_BEAUTIFY_FLAG" val=""/>
</p:tagLst>
</file>

<file path=ppt/tags/tag102.xml><?xml version="1.0" encoding="utf-8"?>
<p:tagLst xmlns:p="http://schemas.openxmlformats.org/presentationml/2006/main">
  <p:tag name="KSO_WM_BEAUTIFY_FLAG" val=""/>
</p:tagLst>
</file>

<file path=ppt/tags/tag103.xml><?xml version="1.0" encoding="utf-8"?>
<p:tagLst xmlns:p="http://schemas.openxmlformats.org/presentationml/2006/main">
  <p:tag name="KSO_WM_BEAUTIFY_FLAG" val=""/>
</p:tagLst>
</file>

<file path=ppt/tags/tag104.xml><?xml version="1.0" encoding="utf-8"?>
<p:tagLst xmlns:p="http://schemas.openxmlformats.org/presentationml/2006/main">
  <p:tag name="KSO_WM_DIAGRAM_VIRTUALLY_FRAME" val="{&quot;height&quot;:352.12952755905513,&quot;left&quot;:71.53196850393701,&quot;top&quot;:123.87047244094488,&quot;width&quot;:819.4679527559053}"/>
</p:tagLst>
</file>

<file path=ppt/tags/tag105.xml><?xml version="1.0" encoding="utf-8"?>
<p:tagLst xmlns:p="http://schemas.openxmlformats.org/presentationml/2006/main">
  <p:tag name="KSO_WM_DIAGRAM_VIRTUALLY_FRAME" val="{&quot;height&quot;:352.12952755905513,&quot;left&quot;:71.53196850393701,&quot;top&quot;:123.87047244094488,&quot;width&quot;:819.4679527559053}"/>
</p:tagLst>
</file>

<file path=ppt/tags/tag106.xml><?xml version="1.0" encoding="utf-8"?>
<p:tagLst xmlns:p="http://schemas.openxmlformats.org/presentationml/2006/main">
  <p:tag name="KSO_WM_DIAGRAM_VIRTUALLY_FRAME" val="{&quot;height&quot;:393.95,&quot;left&quot;:59.05,&quot;top&quot;:82.05,&quot;width&quot;:831.9499212598424}"/>
</p:tagLst>
</file>

<file path=ppt/tags/tag107.xml><?xml version="1.0" encoding="utf-8"?>
<p:tagLst xmlns:p="http://schemas.openxmlformats.org/presentationml/2006/main">
  <p:tag name="KSO_WM_DIAGRAM_VIRTUALLY_FRAME" val="{&quot;height&quot;:352.12952755905513,&quot;left&quot;:71.53196850393701,&quot;top&quot;:123.87047244094488,&quot;width&quot;:819.4679527559053}"/>
</p:tagLst>
</file>

<file path=ppt/tags/tag108.xml><?xml version="1.0" encoding="utf-8"?>
<p:tagLst xmlns:p="http://schemas.openxmlformats.org/presentationml/2006/main">
  <p:tag name="KSO_WM_DIAGRAM_VIRTUALLY_FRAME" val="{&quot;height&quot;:352.12952755905513,&quot;left&quot;:71.53196850393701,&quot;top&quot;:123.87047244094488,&quot;width&quot;:819.4679527559053}"/>
</p:tagLst>
</file>

<file path=ppt/tags/tag109.xml><?xml version="1.0" encoding="utf-8"?>
<p:tagLst xmlns:p="http://schemas.openxmlformats.org/presentationml/2006/main">
  <p:tag name="KSO_WM_DIAGRAM_VIRTUALLY_FRAME" val="{&quot;height&quot;:393.95,&quot;left&quot;:59.05,&quot;top&quot;:82.05,&quot;width&quot;:831.9499212598424}"/>
</p:tagLst>
</file>

<file path=ppt/tags/tag110.xml><?xml version="1.0" encoding="utf-8"?>
<p:tagLst xmlns:p="http://schemas.openxmlformats.org/presentationml/2006/main">
  <p:tag name="KSO_WM_DIAGRAM_VIRTUALLY_FRAME" val="{&quot;height&quot;:352.12952755905513,&quot;left&quot;:71.53196850393701,&quot;top&quot;:123.87047244094488,&quot;width&quot;:819.4679527559053}"/>
</p:tagLst>
</file>

<file path=ppt/tags/tag111.xml><?xml version="1.0" encoding="utf-8"?>
<p:tagLst xmlns:p="http://schemas.openxmlformats.org/presentationml/2006/main">
  <p:tag name="KSO_WM_DIAGRAM_VIRTUALLY_FRAME" val="{&quot;height&quot;:352.12952755905513,&quot;left&quot;:71.53196850393701,&quot;top&quot;:123.87047244094488,&quot;width&quot;:819.4679527559053}"/>
</p:tagLst>
</file>

<file path=ppt/tags/tag112.xml><?xml version="1.0" encoding="utf-8"?>
<p:tagLst xmlns:p="http://schemas.openxmlformats.org/presentationml/2006/main">
  <p:tag name="KSO_WM_DIAGRAM_VIRTUALLY_FRAME" val="{&quot;height&quot;:393.95,&quot;left&quot;:59.05,&quot;top&quot;:82.05,&quot;width&quot;:831.9499212598424}"/>
</p:tagLst>
</file>

<file path=ppt/tags/tag113.xml><?xml version="1.0" encoding="utf-8"?>
<p:tagLst xmlns:p="http://schemas.openxmlformats.org/presentationml/2006/main">
  <p:tag name="KSO_WM_DIAGRAM_VIRTUALLY_FRAME" val="{&quot;height&quot;:393.95,&quot;left&quot;:59.05,&quot;top&quot;:82.05,&quot;width&quot;:831.9499212598424}"/>
</p:tagLst>
</file>

<file path=ppt/tags/tag114.xml><?xml version="1.0" encoding="utf-8"?>
<p:tagLst xmlns:p="http://schemas.openxmlformats.org/presentationml/2006/main">
  <p:tag name="KSO_WM_DIAGRAM_VIRTUALLY_FRAME" val="{&quot;height&quot;:393.95,&quot;left&quot;:59.05,&quot;top&quot;:82.05,&quot;width&quot;:831.9499212598424}"/>
</p:tagLst>
</file>

<file path=ppt/tags/tag115.xml><?xml version="1.0" encoding="utf-8"?>
<p:tagLst xmlns:p="http://schemas.openxmlformats.org/presentationml/2006/main">
  <p:tag name="KSO_WM_DIAGRAM_VIRTUALLY_FRAME" val="{&quot;height&quot;:393.95,&quot;left&quot;:59.05,&quot;top&quot;:82.05,&quot;width&quot;:831.9499212598424}"/>
</p:tagLst>
</file>

<file path=ppt/tags/tag116.xml><?xml version="1.0" encoding="utf-8"?>
<p:tagLst xmlns:p="http://schemas.openxmlformats.org/presentationml/2006/main">
  <p:tag name="KSO_WM_BEAUTIFY_FLAG" val=""/>
</p:tagLst>
</file>

<file path=ppt/tags/tag117.xml><?xml version="1.0" encoding="utf-8"?>
<p:tagLst xmlns:p="http://schemas.openxmlformats.org/presentationml/2006/main">
  <p:tag name="KSO_WM_BEAUTIFY_FLAG" val=""/>
</p:tagLst>
</file>

<file path=ppt/tags/tag118.xml><?xml version="1.0" encoding="utf-8"?>
<p:tagLst xmlns:p="http://schemas.openxmlformats.org/presentationml/2006/main">
  <p:tag name="KSO_WM_BEAUTIFY_FLAG" val=""/>
</p:tagLst>
</file>

<file path=ppt/tags/tag119.xml><?xml version="1.0" encoding="utf-8"?>
<p:tagLst xmlns:p="http://schemas.openxmlformats.org/presentationml/2006/main">
  <p:tag name="KSO_WM_BEAUTIFY_FLAG" val=""/>
</p:tagLst>
</file>

<file path=ppt/tags/tag120.xml><?xml version="1.0" encoding="utf-8"?>
<p:tagLst xmlns:p="http://schemas.openxmlformats.org/presentationml/2006/main">
  <p:tag name="KSO_WPP_MARK_KEY" val="5ac09484-6d2c-4b80-be6e-a0ee2c1e6d77"/>
  <p:tag name="COMMONDATA" val="eyJoZGlkIjoiODQ5MzlmNzBjOTM2YzJmM2YwMTQyYmQzZjY3MzY0NDAifQ==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font">
      <a:majorFont>
        <a:latin typeface="Calibri"/>
        <a:ea typeface="微软雅黑"/>
        <a:cs typeface=""/>
      </a:majorFont>
      <a:minorFont>
        <a:latin typeface="Calibri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2030</Words>
  <Application>WPS 演示</Application>
  <PresentationFormat>宽屏</PresentationFormat>
  <Paragraphs>241</Paragraphs>
  <Slides>28</Slides>
  <Notes>23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28</vt:i4>
      </vt:variant>
    </vt:vector>
  </HeadingPairs>
  <TitlesOfParts>
    <vt:vector size="41" baseType="lpstr">
      <vt:lpstr>Arial</vt:lpstr>
      <vt:lpstr>宋体</vt:lpstr>
      <vt:lpstr>Wingdings</vt:lpstr>
      <vt:lpstr>微软雅黑</vt:lpstr>
      <vt:lpstr>黑体</vt:lpstr>
      <vt:lpstr>华文中宋</vt:lpstr>
      <vt:lpstr>Calibri</vt:lpstr>
      <vt:lpstr>Arial Unicode MS</vt:lpstr>
      <vt:lpstr>Open Sans</vt:lpstr>
      <vt:lpstr>微软雅黑 Light</vt:lpstr>
      <vt:lpstr>Segoe Print</vt:lpstr>
      <vt:lpstr>Saturday Sans Regular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7490</dc:creator>
  <cp:lastModifiedBy>郑瑾</cp:lastModifiedBy>
  <cp:revision>75</cp:revision>
  <dcterms:created xsi:type="dcterms:W3CDTF">2023-05-15T12:02:00Z</dcterms:created>
  <dcterms:modified xsi:type="dcterms:W3CDTF">2026-04-20T13:44:40Z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678E0F76A9604F3D83F0C4F9FF64918D_12</vt:lpwstr>
  </property>
  <property fmtid="{D5CDD505-2E9C-101B-9397-08002B2CF9AE}" pid="3" name="KSOProductBuildVer">
    <vt:lpwstr>2052-12.1.0.24034</vt:lpwstr>
  </property>
</Properties>
</file>